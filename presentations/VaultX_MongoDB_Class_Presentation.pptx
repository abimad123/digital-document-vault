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a42467a1a94bca" /><Relationship Type="http://schemas.openxmlformats.org/officeDocument/2006/relationships/extended-properties" Target="/docProps/app.xml" Id="R94aa4249cab44a2e" /><Relationship Type="http://schemas.openxmlformats.org/officeDocument/2006/relationships/officeDocument" Target="/ppt/presentation.xml" Id="Rc2e5b0e1cea643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740dd75f394610"/>
  </p:sldMasterIdLst>
  <p:notesMasterIdLst>
    <p:notesMasterId xmlns:r="http://schemas.openxmlformats.org/officeDocument/2006/relationships" r:id="R24463dc44a4f4516"/>
  </p:notesMasterIdLst>
  <p:sldIdLst>
    <p:sldId xmlns:r="http://schemas.openxmlformats.org/officeDocument/2006/relationships" id="256" r:id="R2c66a643d58249dd"/>
    <p:sldId xmlns:r="http://schemas.openxmlformats.org/officeDocument/2006/relationships" id="257" r:id="R6bd35c59ece94066"/>
    <p:sldId xmlns:r="http://schemas.openxmlformats.org/officeDocument/2006/relationships" id="258" r:id="R5f5de99307614a15"/>
    <p:sldId xmlns:r="http://schemas.openxmlformats.org/officeDocument/2006/relationships" id="259" r:id="R0661eee1feda4c73"/>
    <p:sldId xmlns:r="http://schemas.openxmlformats.org/officeDocument/2006/relationships" id="260" r:id="R806ff60897c24535"/>
    <p:sldId xmlns:r="http://schemas.openxmlformats.org/officeDocument/2006/relationships" id="261" r:id="R1f8001c6718840ff"/>
    <p:sldId xmlns:r="http://schemas.openxmlformats.org/officeDocument/2006/relationships" id="262" r:id="Ra1caacbd88464619"/>
    <p:sldId xmlns:r="http://schemas.openxmlformats.org/officeDocument/2006/relationships" id="263" r:id="R07d2f314688b40b1"/>
    <p:sldId xmlns:r="http://schemas.openxmlformats.org/officeDocument/2006/relationships" id="264" r:id="Rac9c776d516f48b4"/>
    <p:sldId xmlns:r="http://schemas.openxmlformats.org/officeDocument/2006/relationships" id="265" r:id="R14d37998f7d44dfb"/>
    <p:sldId xmlns:r="http://schemas.openxmlformats.org/officeDocument/2006/relationships" id="266" r:id="R5d708630e91542ed"/>
    <p:sldId xmlns:r="http://schemas.openxmlformats.org/officeDocument/2006/relationships" id="267" r:id="R4145828648534e5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0be9d231784b87" /><Relationship Type="http://schemas.openxmlformats.org/officeDocument/2006/relationships/slideMaster" Target="/ppt/slideMasters/slideMaster1.xml" Id="R78740dd75f394610" /><Relationship Type="http://schemas.openxmlformats.org/officeDocument/2006/relationships/notesMaster" Target="/ppt/notesMasters/notesMaster1.xml" Id="R24463dc44a4f4516" /><Relationship Type="http://schemas.openxmlformats.org/officeDocument/2006/relationships/presProps" Target="/ppt/presProps.xml" Id="Rd9c21bc52caa476c" /><Relationship Type="http://schemas.openxmlformats.org/officeDocument/2006/relationships/tableStyles" Target="/ppt/tableStyles.xml" Id="R82e9ac76794d426d" /><Relationship Type="http://schemas.openxmlformats.org/officeDocument/2006/relationships/slide" Target="/ppt/slides/slide1.xml" Id="R2c66a643d58249dd" /><Relationship Type="http://schemas.openxmlformats.org/officeDocument/2006/relationships/slide" Target="/ppt/slides/slide2.xml" Id="R6bd35c59ece94066" /><Relationship Type="http://schemas.openxmlformats.org/officeDocument/2006/relationships/slide" Target="/ppt/slides/slide3.xml" Id="R5f5de99307614a15" /><Relationship Type="http://schemas.openxmlformats.org/officeDocument/2006/relationships/slide" Target="/ppt/slides/slide4.xml" Id="R0661eee1feda4c73" /><Relationship Type="http://schemas.openxmlformats.org/officeDocument/2006/relationships/slide" Target="/ppt/slides/slide5.xml" Id="R806ff60897c24535" /><Relationship Type="http://schemas.openxmlformats.org/officeDocument/2006/relationships/slide" Target="/ppt/slides/slide6.xml" Id="R1f8001c6718840ff" /><Relationship Type="http://schemas.openxmlformats.org/officeDocument/2006/relationships/slide" Target="/ppt/slides/slide7.xml" Id="Ra1caacbd88464619" /><Relationship Type="http://schemas.openxmlformats.org/officeDocument/2006/relationships/slide" Target="/ppt/slides/slide8.xml" Id="R07d2f314688b40b1" /><Relationship Type="http://schemas.openxmlformats.org/officeDocument/2006/relationships/slide" Target="/ppt/slides/slide9.xml" Id="Rac9c776d516f48b4" /><Relationship Type="http://schemas.openxmlformats.org/officeDocument/2006/relationships/slide" Target="/ppt/slides/slide10.xml" Id="R14d37998f7d44dfb" /><Relationship Type="http://schemas.openxmlformats.org/officeDocument/2006/relationships/slide" Target="/ppt/slides/slide11.xml" Id="R5d708630e91542ed" /><Relationship Type="http://schemas.openxmlformats.org/officeDocument/2006/relationships/slide" Target="/ppt/slides/slide12.xml" Id="R4145828648534e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957b4a17724f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717bf6a1374fb4" /><Relationship Type="http://schemas.openxmlformats.org/officeDocument/2006/relationships/notesMaster" Target="/ppt/notesMasters/notesMaster1.xml" Id="Rc3aab048b5194d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0545918c2464a1a" /><Relationship Type="http://schemas.openxmlformats.org/officeDocument/2006/relationships/notesMaster" Target="/ppt/notesMasters/notesMaster1.xml" Id="R90eb901c545a47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abcf97103b440db" /><Relationship Type="http://schemas.openxmlformats.org/officeDocument/2006/relationships/notesMaster" Target="/ppt/notesMasters/notesMaster1.xml" Id="R4e6c8ed3a59a43d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961236bfd894d46" /><Relationship Type="http://schemas.openxmlformats.org/officeDocument/2006/relationships/notesMaster" Target="/ppt/notesMasters/notesMaster1.xml" Id="Rbf69a38ef1e9429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29d7144548849e4" /><Relationship Type="http://schemas.openxmlformats.org/officeDocument/2006/relationships/notesMaster" Target="/ppt/notesMasters/notesMaster1.xml" Id="R8119655962614a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bd1b7ac4ab849f8" /><Relationship Type="http://schemas.openxmlformats.org/officeDocument/2006/relationships/notesMaster" Target="/ppt/notesMasters/notesMaster1.xml" Id="R02b71b33723d46f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f1cc91082b0457d" /><Relationship Type="http://schemas.openxmlformats.org/officeDocument/2006/relationships/notesMaster" Target="/ppt/notesMasters/notesMaster1.xml" Id="R9dd57452129046d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a0776b99ab24f5b" /><Relationship Type="http://schemas.openxmlformats.org/officeDocument/2006/relationships/notesMaster" Target="/ppt/notesMasters/notesMaster1.xml" Id="R2d2c67248525496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771f5eef2204fe6" /><Relationship Type="http://schemas.openxmlformats.org/officeDocument/2006/relationships/notesMaster" Target="/ppt/notesMasters/notesMaster1.xml" Id="Ra741f423f7644b1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30f7df7c0f54e67" /><Relationship Type="http://schemas.openxmlformats.org/officeDocument/2006/relationships/notesMaster" Target="/ppt/notesMasters/notesMaster1.xml" Id="R25f1c17727644ca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9c0e17a5d1e417a" /><Relationship Type="http://schemas.openxmlformats.org/officeDocument/2006/relationships/notesMaster" Target="/ppt/notesMasters/notesMaster1.xml" Id="R1e5367d1aad246b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a77842b1acb4318" /><Relationship Type="http://schemas.openxmlformats.org/officeDocument/2006/relationships/notesMaster" Target="/ppt/notesMasters/notesMaster1.xml" Id="R7b02ab9dc3d24b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VaultX as a document management prototype with a MongoDB analytics extension. Source: reports/MONGODB_PROJECT_REPORT.md and analytics/results/metrics.json in the project repository. Synthetic demo results were generated with seed 42.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app stores document metadata and account data in MongoDB. Binary uploads are handled through Cloudinary. Source: reports/MONGODB_PROJECT_REPORT.md and analytics/results/metrics.json in the project repository. Synthetic demo results were generated with seed 42.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operational backend uses Mongoose. The course extension uses PyMongo directly. The Python projection reads filename, MIME type, size and folder status. Source: reports/MONGODB_PROJECT_REPORT.md and analytics/results/metrics.json in the project repository. Synthetic demo results were generated with seed 42.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app retains legacy fileSize strings for display compatibility. New uploads store exact numeric sizeBytes. Source: reports/MONGODB_PROJECT_REPORT.md and analytics/results/metrics.json in the project repository. Synthetic demo results were generated with seed 42.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index and aggregation commands are implemented in analytics/vault_ml.py. Search is still a case-insensitive regex and is not fully optimized by the added index. Source: reports/MONGODB_PROJECT_REPORT.md and analytics/results/metrics.json in the project repository. Synthetic demo results were generated with seed 42.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synthetic records sampled from type-specific size distributions. They are not real user files. Source: reports/MONGODB_PROJECT_REPORT.md and analytics/results/metrics.json in the project repository. Synthetic demo results were generated with seed 42.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Folders and missing or invalid sizes are excluded. sizeBytes is preferred. Categorical features are one-hot encoded within the model pipeline. File size does not enter the classifier inputs. Source: reports/MONGODB_PROJECT_REPORT.md and analytics/results/metrics.json in the project repository. Synthetic demo results were generated with seed 42.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Both models use DictVectorizer for categorical metadata, then the relevant scikit-learn Random Forest estimator. All fitting uses only the training split. Source: reports/MONGODB_PROJECT_REPORT.md and analytics/results/metrics.json in the project repository. Synthetic demo results were generated with seed 42.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MAE is 1.7136 MB. R2 is 0.5681. These metrics come from analytics/results/metrics.json and represent a generated demo dataset. Source: reports/MONGODB_PROJECT_REPORT.md and analytics/results/metrics.json in the project repository. Synthetic demo results were generated with seed 42.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Accuracy 0.7800, precision 0.6625, recall 0.8983, F1 0.7626. Recall is high for large files, but precision shows more false positives. Source: reports/MONGODB_PROJECT_REPORT.md and analytics/results/metrics.json in the project repository. Synthetic demo results were generated with seed 42.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connection check dated 18 October 2026: Atlas had 15 file records, 10 usable for ML, 9 small and 1 large. The local database had no file records. Minimum for training is 40 usable records and 5 in each class. Source: reports/MONGODB_PROJECT_REPORT.md and analytics/results/metrics.json in the project repository. Synthetic demo results were generated with seed 42.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project meets the MongoDB/PyMongo and ML course requirements. The reported scores apply to generated metadata. Invite questions on data modeling, aggregation or evaluation. Source: reports/MONGODB_PROJECT_REPORT.md and analytics/results/metrics.json in the project repository. Synthetic demo results were generated with seed 42.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4644ca83b04f7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5c999df8a74f8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9044839a8648b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c0d4d05bfc4c8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bcd317db004ea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4a9cc312ea47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0A3F679-BA49-48EF-90C7-D7708D2F8A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459E431-DDEB-4394-BCEB-03A7EA85199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7E7D46F-971B-4DC3-908C-6775B75145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DBCDEA0-8824-411B-BE23-2D03B9DE25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692A16F-522B-437E-B9B8-425ACBF34A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C6F5491-A41E-41BC-A2D0-7A693A60E7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687CC09-A5CF-4D93-8EB8-D4DE2F89CF8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C0D3ECE-494B-4AE5-81EC-43BF43CB325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175009D-E26A-4705-AB6F-4736AC789A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78E34DC-D0E7-42AB-9248-92885A118B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0d2028d10b4821" /><Relationship Type="http://schemas.openxmlformats.org/officeDocument/2006/relationships/slideLayout" Target="/ppt/slideLayouts/slideLayout1.xml" Id="R15e62cfc67e740a2" /><Relationship Type="http://schemas.openxmlformats.org/officeDocument/2006/relationships/slideLayout" Target="/ppt/slideLayouts/slideLayout2.xml" Id="Raabd8c6def5045f5" /><Relationship Type="http://schemas.openxmlformats.org/officeDocument/2006/relationships/slideLayout" Target="/ppt/slideLayouts/slideLayout3.xml" Id="Rfce583609ba744e0" /><Relationship Type="http://schemas.openxmlformats.org/officeDocument/2006/relationships/slideLayout" Target="/ppt/slideLayouts/slideLayout4.xml" Id="Rae5c6ac08a284b83" /><Relationship Type="http://schemas.openxmlformats.org/officeDocument/2006/relationships/slideLayout" Target="/ppt/slideLayouts/slideLayout5.xml" Id="R5da5c4463766475c" /><Relationship Type="http://schemas.openxmlformats.org/officeDocument/2006/relationships/slideLayout" Target="/ppt/slideLayouts/slideLayout6.xml" Id="R63aa3549b5a647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e62cfc67e740a2"/>
    <p:sldLayoutId xmlns:r="http://schemas.openxmlformats.org/officeDocument/2006/relationships" id="2147483650" r:id="Raabd8c6def5045f5"/>
    <p:sldLayoutId xmlns:r="http://schemas.openxmlformats.org/officeDocument/2006/relationships" id="2147483651" r:id="Rfce583609ba744e0"/>
    <p:sldLayoutId xmlns:r="http://schemas.openxmlformats.org/officeDocument/2006/relationships" id="2147483652" r:id="Rae5c6ac08a284b83"/>
    <p:sldLayoutId xmlns:r="http://schemas.openxmlformats.org/officeDocument/2006/relationships" id="2147483653" r:id="R5da5c4463766475c"/>
    <p:sldLayoutId xmlns:r="http://schemas.openxmlformats.org/officeDocument/2006/relationships" id="2147483654" r:id="R63aa3549b5a647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a80c3c8f234071" /><Relationship Type="http://schemas.openxmlformats.org/officeDocument/2006/relationships/image" Target="/ppt/media/image.png" Id="R5fd890c9dee044dd" /><Relationship Type="http://schemas.openxmlformats.org/officeDocument/2006/relationships/notesSlide" Target="/ppt/notesSlides/notesSlide1.xml" Id="R667b6426cde442f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5919d02fc44e66" /><Relationship Type="http://schemas.openxmlformats.org/officeDocument/2006/relationships/notesSlide" Target="/ppt/notesSlides/notesSlide2.xml" Id="R990dc205254548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73fcd075144ba6" /><Relationship Type="http://schemas.openxmlformats.org/officeDocument/2006/relationships/notesSlide" Target="/ppt/notesSlides/notesSlide3.xml" Id="Rc7f2a9acf95140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204abdfd6a458a" /><Relationship Type="http://schemas.openxmlformats.org/officeDocument/2006/relationships/notesSlide" Target="/ppt/notesSlides/notesSlide4.xml" Id="Raa36c9b8cc8e4e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88996081f043e8" /><Relationship Type="http://schemas.openxmlformats.org/officeDocument/2006/relationships/notesSlide" Target="/ppt/notesSlides/notesSlide5.xml" Id="R8e6892ee85c04d4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1e1fb1054143d9" /><Relationship Type="http://schemas.openxmlformats.org/officeDocument/2006/relationships/notesSlide" Target="/ppt/notesSlides/notesSlide6.xml" Id="Rcdcc9428b12a42b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14b8aad1054bfe" /><Relationship Type="http://schemas.openxmlformats.org/officeDocument/2006/relationships/notesSlide" Target="/ppt/notesSlides/notesSlide7.xml" Id="R1aad316d06b3490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fced3d6d284bc6" /><Relationship Type="http://schemas.openxmlformats.org/officeDocument/2006/relationships/notesSlide" Target="/ppt/notesSlides/notesSlide8.xml" Id="R06cca2cb98ed4bb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fcdf9d93344f64" /><Relationship Type="http://schemas.openxmlformats.org/officeDocument/2006/relationships/notesSlide" Target="/ppt/notesSlides/notesSlide9.xml" Id="R0890f9f2df624a2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a82e21f8bc423e" /><Relationship Type="http://schemas.openxmlformats.org/officeDocument/2006/relationships/chart" Target="/ppt/slides/charts/chart1.xml" Id="Rd2d643d20e024bde" /><Relationship Type="http://schemas.openxmlformats.org/officeDocument/2006/relationships/notesSlide" Target="/ppt/notesSlides/notesSlide10.xml" Id="R092d2958f01f42b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1c9527505540d8" /><Relationship Type="http://schemas.openxmlformats.org/officeDocument/2006/relationships/notesSlide" Target="/ppt/notesSlides/notesSlide11.xml" Id="Ra529ff0a979047f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4c42e57db649dd" /><Relationship Type="http://schemas.openxmlformats.org/officeDocument/2006/relationships/notesSlide" Target="/ppt/notesSlides/notesSlide12.xml" Id="R1ec12714887842c8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Score</c:v>
          </c:tx>
          <c:spPr>
            <a:solidFill xmlns:a="http://schemas.openxmlformats.org/drawingml/2006/main">
              <a:srgbClr val="287A77"/>
            </a:solidFill>
          </c:spPr>
          <c:invertIfNegative val="0"/>
          <c:cat>
            <c:strLit>
              <c:ptCount val="4"/>
              <c:pt idx="0">
                <c:v>Accuracy</c:v>
              </c:pt>
              <c:pt idx="1">
                <c:v>Precision</c:v>
              </c:pt>
              <c:pt idx="2">
                <c:v>Recall</c:v>
              </c:pt>
              <c:pt idx="3">
                <c:v>F1</c:v>
              </c:pt>
            </c:strLit>
          </c:cat>
          <c:val>
            <c:numLit>
              <c:formatCode>General</c:formatCode>
              <c:ptCount val="4"/>
              <c:pt idx="0">
                <c:v>78</c:v>
              </c:pt>
              <c:pt idx="1">
                <c:v>66.25</c:v>
              </c:pt>
              <c:pt idx="2">
                <c:v>89.83</c:v>
              </c:pt>
              <c:pt idx="3">
                <c:v>76.26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12E4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B38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FE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26577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9A3F45-AF2D-4883-9031-23B9B2ED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3350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650" b="1">
                <a:solidFill>
                  <a:srgbClr val="112E4D"/>
                </a:solidFill>
              </a:defRPr>
            </a:defPPr>
            <a:lvl1pPr>
              <a:defRPr sz="4650" b="1">
                <a:solidFill>
                  <a:srgbClr val="112E4D"/>
                </a:solidFill>
              </a:defRPr>
            </a:lvl1pPr>
            <a:lvl2pPr>
              <a:defRPr sz="4650" b="1">
                <a:solidFill>
                  <a:srgbClr val="112E4D"/>
                </a:solidFill>
              </a:defRPr>
            </a:lvl2pPr>
            <a:lvl3pPr>
              <a:defRPr sz="4650" b="1">
                <a:solidFill>
                  <a:srgbClr val="112E4D"/>
                </a:solidFill>
              </a:defRPr>
            </a:lvl3pPr>
            <a:lvl4pPr>
              <a:defRPr sz="4650" b="1">
                <a:solidFill>
                  <a:srgbClr val="112E4D"/>
                </a:solidFill>
              </a:defRPr>
            </a:lvl4pPr>
            <a:lvl5pPr>
              <a:defRPr sz="4650" b="1">
                <a:solidFill>
                  <a:srgbClr val="112E4D"/>
                </a:solidFill>
              </a:defRPr>
            </a:lvl5pPr>
            <a:lvl6pPr>
              <a:defRPr sz="4650" b="1">
                <a:solidFill>
                  <a:srgbClr val="112E4D"/>
                </a:solidFill>
              </a:defRPr>
            </a:lvl6pPr>
            <a:lvl7pPr>
              <a:defRPr sz="4650" b="1">
                <a:solidFill>
                  <a:srgbClr val="112E4D"/>
                </a:solidFill>
              </a:defRPr>
            </a:lvl7pPr>
            <a:lvl8pPr>
              <a:defRPr sz="4650" b="1">
                <a:solidFill>
                  <a:srgbClr val="112E4D"/>
                </a:solidFill>
              </a:defRPr>
            </a:lvl8pPr>
            <a:lvl9pPr>
              <a:defRPr sz="4650" b="1">
                <a:solidFill>
                  <a:srgbClr val="112E4D"/>
                </a:solidFill>
              </a:defRPr>
            </a:lvl9pPr>
          </a:lstStyle>
          <a:p xmlns:a="http://schemas.openxmlformats.org/drawingml/2006/main">
            <a:pPr>
              <a:defRPr sz="4650" b="1">
                <a:solidFill>
                  <a:srgbClr val="112E4D"/>
                </a:solidFill>
              </a:defRPr>
            </a:pPr>
            <a:r>
              <a:rPr sz="4650" b="1">
                <a:solidFill>
                  <a:srgbClr val="112E4D"/>
                </a:solidFill>
              </a:rPr>
              <a:t>VaultX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524FE7-4215-4EA9-8C88-C38F048B0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7762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775" b="1">
                <a:solidFill>
                  <a:srgbClr val="112E4D"/>
                </a:solidFill>
              </a:defRPr>
            </a:defPPr>
            <a:lvl1pPr algn="l">
              <a:defRPr sz="2775" b="1">
                <a:solidFill>
                  <a:srgbClr val="112E4D"/>
                </a:solidFill>
              </a:defRPr>
            </a:lvl1pPr>
            <a:lvl2pPr algn="l">
              <a:defRPr sz="2775" b="1">
                <a:solidFill>
                  <a:srgbClr val="112E4D"/>
                </a:solidFill>
              </a:defRPr>
            </a:lvl2pPr>
            <a:lvl3pPr algn="l">
              <a:defRPr sz="2775" b="1">
                <a:solidFill>
                  <a:srgbClr val="112E4D"/>
                </a:solidFill>
              </a:defRPr>
            </a:lvl3pPr>
            <a:lvl4pPr algn="l">
              <a:defRPr sz="2775" b="1">
                <a:solidFill>
                  <a:srgbClr val="112E4D"/>
                </a:solidFill>
              </a:defRPr>
            </a:lvl4pPr>
            <a:lvl5pPr algn="l">
              <a:defRPr sz="2775" b="1">
                <a:solidFill>
                  <a:srgbClr val="112E4D"/>
                </a:solidFill>
              </a:defRPr>
            </a:lvl5pPr>
            <a:lvl6pPr algn="l">
              <a:defRPr sz="2775" b="1">
                <a:solidFill>
                  <a:srgbClr val="112E4D"/>
                </a:solidFill>
              </a:defRPr>
            </a:lvl6pPr>
            <a:lvl7pPr algn="l">
              <a:defRPr sz="2775" b="1">
                <a:solidFill>
                  <a:srgbClr val="112E4D"/>
                </a:solidFill>
              </a:defRPr>
            </a:lvl7pPr>
            <a:lvl8pPr algn="l">
              <a:defRPr sz="2775" b="1">
                <a:solidFill>
                  <a:srgbClr val="112E4D"/>
                </a:solidFill>
              </a:defRPr>
            </a:lvl8pPr>
            <a:lvl9pPr algn="l">
              <a:defRPr sz="2775" b="1">
                <a:solidFill>
                  <a:srgbClr val="112E4D"/>
                </a:solidFill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12E4D"/>
                </a:solidFill>
              </a:defRPr>
            </a:pPr>
            <a:r>
              <a:rPr sz="2775" b="1">
                <a:solidFill>
                  <a:srgbClr val="112E4D"/>
                </a:solidFill>
              </a:rPr>
              <a:t>MongoDB document vault and metadata analytics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FD314B-2A9E-4950-A4D2-A6297122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771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526577"/>
                </a:solidFill>
              </a:defRPr>
            </a:defPPr>
            <a:lvl1pPr algn="l">
              <a:defRPr sz="1725" b="0">
                <a:solidFill>
                  <a:srgbClr val="526577"/>
                </a:solidFill>
              </a:defRPr>
            </a:lvl1pPr>
            <a:lvl2pPr algn="l">
              <a:defRPr sz="1725" b="0">
                <a:solidFill>
                  <a:srgbClr val="526577"/>
                </a:solidFill>
              </a:defRPr>
            </a:lvl2pPr>
            <a:lvl3pPr algn="l">
              <a:defRPr sz="1725" b="0">
                <a:solidFill>
                  <a:srgbClr val="526577"/>
                </a:solidFill>
              </a:defRPr>
            </a:lvl3pPr>
            <a:lvl4pPr algn="l">
              <a:defRPr sz="1725" b="0">
                <a:solidFill>
                  <a:srgbClr val="526577"/>
                </a:solidFill>
              </a:defRPr>
            </a:lvl4pPr>
            <a:lvl5pPr algn="l">
              <a:defRPr sz="1725" b="0">
                <a:solidFill>
                  <a:srgbClr val="526577"/>
                </a:solidFill>
              </a:defRPr>
            </a:lvl5pPr>
            <a:lvl6pPr algn="l">
              <a:defRPr sz="1725" b="0">
                <a:solidFill>
                  <a:srgbClr val="526577"/>
                </a:solidFill>
              </a:defRPr>
            </a:lvl6pPr>
            <a:lvl7pPr algn="l">
              <a:defRPr sz="1725" b="0">
                <a:solidFill>
                  <a:srgbClr val="526577"/>
                </a:solidFill>
              </a:defRPr>
            </a:lvl7pPr>
            <a:lvl8pPr algn="l">
              <a:defRPr sz="1725" b="0">
                <a:solidFill>
                  <a:srgbClr val="526577"/>
                </a:solidFill>
              </a:defRPr>
            </a:lvl8pPr>
            <a:lvl9pPr algn="l">
              <a:defRPr sz="1725" b="0">
                <a:solidFill>
                  <a:srgbClr val="526577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26577"/>
                </a:solidFill>
              </a:defRPr>
            </a:pPr>
            <a:r>
              <a:rPr sz="1725" b="0">
                <a:solidFill>
                  <a:srgbClr val="526577"/>
                </a:solidFill>
              </a:rPr>
              <a:t>Course project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0FCE20-630C-452D-B40A-1AFF9518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76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E726EC-0F6E-4D7E-8568-EA2A35DC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666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75" b="1">
                <a:solidFill>
                  <a:srgbClr val="1D2B38"/>
                </a:solidFill>
              </a:defRPr>
            </a:defPPr>
            <a:lvl1pPr algn="l">
              <a:defRPr sz="1575" b="1">
                <a:solidFill>
                  <a:srgbClr val="1D2B38"/>
                </a:solidFill>
              </a:defRPr>
            </a:lvl1pPr>
            <a:lvl2pPr algn="l">
              <a:defRPr sz="1575" b="1">
                <a:solidFill>
                  <a:srgbClr val="1D2B38"/>
                </a:solidFill>
              </a:defRPr>
            </a:lvl2pPr>
            <a:lvl3pPr algn="l">
              <a:defRPr sz="1575" b="1">
                <a:solidFill>
                  <a:srgbClr val="1D2B38"/>
                </a:solidFill>
              </a:defRPr>
            </a:lvl3pPr>
            <a:lvl4pPr algn="l">
              <a:defRPr sz="1575" b="1">
                <a:solidFill>
                  <a:srgbClr val="1D2B38"/>
                </a:solidFill>
              </a:defRPr>
            </a:lvl4pPr>
            <a:lvl5pPr algn="l">
              <a:defRPr sz="1575" b="1">
                <a:solidFill>
                  <a:srgbClr val="1D2B38"/>
                </a:solidFill>
              </a:defRPr>
            </a:lvl5pPr>
            <a:lvl6pPr algn="l">
              <a:defRPr sz="1575" b="1">
                <a:solidFill>
                  <a:srgbClr val="1D2B38"/>
                </a:solidFill>
              </a:defRPr>
            </a:lvl6pPr>
            <a:lvl7pPr algn="l">
              <a:defRPr sz="1575" b="1">
                <a:solidFill>
                  <a:srgbClr val="1D2B38"/>
                </a:solidFill>
              </a:defRPr>
            </a:lvl7pPr>
            <a:lvl8pPr algn="l">
              <a:defRPr sz="1575" b="1">
                <a:solidFill>
                  <a:srgbClr val="1D2B38"/>
                </a:solidFill>
              </a:defRPr>
            </a:lvl8pPr>
            <a:lvl9pPr algn="l">
              <a:defRPr sz="1575" b="1">
                <a:solidFill>
                  <a:srgbClr val="1D2B38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D2B38"/>
                </a:solidFill>
              </a:defRPr>
            </a:pPr>
            <a:r>
              <a:rPr sz="1575" b="1">
                <a:solidFill>
                  <a:srgbClr val="1D2B38"/>
                </a:solidFill>
              </a:rPr>
              <a:t>Abijith C 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1A6C3D-7F7E-4277-8DAE-65841D01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29325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526577"/>
                </a:solidFill>
              </a:defRPr>
            </a:defPPr>
            <a:lvl1pPr algn="l">
              <a:defRPr sz="1350" b="0">
                <a:solidFill>
                  <a:srgbClr val="526577"/>
                </a:solidFill>
              </a:defRPr>
            </a:lvl1pPr>
            <a:lvl2pPr algn="l">
              <a:defRPr sz="1350" b="0">
                <a:solidFill>
                  <a:srgbClr val="526577"/>
                </a:solidFill>
              </a:defRPr>
            </a:lvl2pPr>
            <a:lvl3pPr algn="l">
              <a:defRPr sz="1350" b="0">
                <a:solidFill>
                  <a:srgbClr val="526577"/>
                </a:solidFill>
              </a:defRPr>
            </a:lvl3pPr>
            <a:lvl4pPr algn="l">
              <a:defRPr sz="1350" b="0">
                <a:solidFill>
                  <a:srgbClr val="526577"/>
                </a:solidFill>
              </a:defRPr>
            </a:lvl4pPr>
            <a:lvl5pPr algn="l">
              <a:defRPr sz="1350" b="0">
                <a:solidFill>
                  <a:srgbClr val="526577"/>
                </a:solidFill>
              </a:defRPr>
            </a:lvl5pPr>
            <a:lvl6pPr algn="l">
              <a:defRPr sz="1350" b="0">
                <a:solidFill>
                  <a:srgbClr val="526577"/>
                </a:solidFill>
              </a:defRPr>
            </a:lvl6pPr>
            <a:lvl7pPr algn="l">
              <a:defRPr sz="1350" b="0">
                <a:solidFill>
                  <a:srgbClr val="526577"/>
                </a:solidFill>
              </a:defRPr>
            </a:lvl7pPr>
            <a:lvl8pPr algn="l">
              <a:defRPr sz="1350" b="0">
                <a:solidFill>
                  <a:srgbClr val="526577"/>
                </a:solidFill>
              </a:defRPr>
            </a:lvl8pPr>
            <a:lvl9pPr algn="l">
              <a:defRPr sz="1350" b="0">
                <a:solidFill>
                  <a:srgbClr val="526577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577"/>
                </a:solidFill>
              </a:defRPr>
            </a:pPr>
            <a:r>
              <a:rPr sz="1350" b="0">
                <a:solidFill>
                  <a:srgbClr val="526577"/>
                </a:solidFill>
              </a:rPr>
              <a:t>React  ·  Express  ·  MongoDB  ·  PyMongo  ·  scikit-learn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725301-A814-4F5C-BD22-1D177778B8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d890c9dee044dd"/>
          <a:stretch xmlns:a="http://schemas.openxmlformats.org/drawingml/2006/main"/>
        </p:blipFill>
        <p:spPr>
          <a:xfrm xmlns:a="http://schemas.openxmlformats.org/drawingml/2006/main">
            <a:off x="8572500" y="736049"/>
            <a:ext cx="2571750" cy="128062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0405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E88748-560B-4B22-B107-F0F9017D6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700" b="1">
                <a:solidFill>
                  <a:srgbClr val="112E4D"/>
                </a:solidFill>
              </a:defRPr>
            </a:defPPr>
            <a:lvl1pPr algn="l">
              <a:defRPr sz="2700" b="1">
                <a:solidFill>
                  <a:srgbClr val="112E4D"/>
                </a:solidFill>
              </a:defRPr>
            </a:lvl1pPr>
            <a:lvl2pPr algn="l">
              <a:defRPr sz="2700" b="1">
                <a:solidFill>
                  <a:srgbClr val="112E4D"/>
                </a:solidFill>
              </a:defRPr>
            </a:lvl2pPr>
            <a:lvl3pPr algn="l">
              <a:defRPr sz="2700" b="1">
                <a:solidFill>
                  <a:srgbClr val="112E4D"/>
                </a:solidFill>
              </a:defRPr>
            </a:lvl3pPr>
            <a:lvl4pPr algn="l">
              <a:defRPr sz="2700" b="1">
                <a:solidFill>
                  <a:srgbClr val="112E4D"/>
                </a:solidFill>
              </a:defRPr>
            </a:lvl4pPr>
            <a:lvl5pPr algn="l">
              <a:defRPr sz="2700" b="1">
                <a:solidFill>
                  <a:srgbClr val="112E4D"/>
                </a:solidFill>
              </a:defRPr>
            </a:lvl5pPr>
            <a:lvl6pPr algn="l">
              <a:defRPr sz="2700" b="1">
                <a:solidFill>
                  <a:srgbClr val="112E4D"/>
                </a:solidFill>
              </a:defRPr>
            </a:lvl6pPr>
            <a:lvl7pPr algn="l">
              <a:defRPr sz="2700" b="1">
                <a:solidFill>
                  <a:srgbClr val="112E4D"/>
                </a:solidFill>
              </a:defRPr>
            </a:lvl7pPr>
            <a:lvl8pPr algn="l">
              <a:defRPr sz="2700" b="1">
                <a:solidFill>
                  <a:srgbClr val="112E4D"/>
                </a:solidFill>
              </a:defRPr>
            </a:lvl8pPr>
            <a:lvl9pPr algn="l">
              <a:defRPr sz="2700" b="1">
                <a:solidFill>
                  <a:srgbClr val="112E4D"/>
                </a:solidFill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12E4D"/>
                </a:solidFill>
              </a:defRPr>
            </a:pPr>
            <a:r>
              <a:rPr sz="2700" b="1">
                <a:solidFill>
                  <a:srgbClr val="112E4D"/>
                </a:solidFill>
              </a:rPr>
              <a:t>What the project does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032C96-3C26-480B-BAE0-AD6E6DC0F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33475"/>
            <a:ext cx="10715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BD1A00-A639-43F2-B98D-33CBD41B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531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26577"/>
                </a:solidFill>
              </a:defRPr>
            </a:defPPr>
            <a:lvl1pPr algn="l">
              <a:defRPr sz="1050" b="0">
                <a:solidFill>
                  <a:srgbClr val="526577"/>
                </a:solidFill>
              </a:defRPr>
            </a:lvl1pPr>
            <a:lvl2pPr algn="l">
              <a:defRPr sz="1050" b="0">
                <a:solidFill>
                  <a:srgbClr val="526577"/>
                </a:solidFill>
              </a:defRPr>
            </a:lvl2pPr>
            <a:lvl3pPr algn="l">
              <a:defRPr sz="1050" b="0">
                <a:solidFill>
                  <a:srgbClr val="526577"/>
                </a:solidFill>
              </a:defRPr>
            </a:lvl3pPr>
            <a:lvl4pPr algn="l">
              <a:defRPr sz="1050" b="0">
                <a:solidFill>
                  <a:srgbClr val="526577"/>
                </a:solidFill>
              </a:defRPr>
            </a:lvl4pPr>
            <a:lvl5pPr algn="l">
              <a:defRPr sz="1050" b="0">
                <a:solidFill>
                  <a:srgbClr val="526577"/>
                </a:solidFill>
              </a:defRPr>
            </a:lvl5pPr>
            <a:lvl6pPr algn="l">
              <a:defRPr sz="1050" b="0">
                <a:solidFill>
                  <a:srgbClr val="526577"/>
                </a:solidFill>
              </a:defRPr>
            </a:lvl6pPr>
            <a:lvl7pPr algn="l">
              <a:defRPr sz="1050" b="0">
                <a:solidFill>
                  <a:srgbClr val="526577"/>
                </a:solidFill>
              </a:defRPr>
            </a:lvl7pPr>
            <a:lvl8pPr algn="l">
              <a:defRPr sz="1050" b="0">
                <a:solidFill>
                  <a:srgbClr val="526577"/>
                </a:solidFill>
              </a:defRPr>
            </a:lvl8pPr>
            <a:lvl9pPr algn="l">
              <a:defRPr sz="1050" b="0">
                <a:solidFill>
                  <a:srgbClr val="526577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577"/>
                </a:solidFill>
              </a:defRPr>
            </a:pPr>
            <a:r>
              <a:rPr sz="1050" b="0">
                <a:solidFill>
                  <a:srgbClr val="526577"/>
                </a:solidFill>
              </a:rPr>
              <a:t>VaultX  /  MongoDB course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AE9BB7-39CA-4E86-84D2-D6B4A138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3531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0">
                <a:solidFill>
                  <a:srgbClr val="526577"/>
                </a:solidFill>
              </a:defRPr>
            </a:defPPr>
            <a:lvl1pPr algn="r">
              <a:defRPr sz="1050" b="0">
                <a:solidFill>
                  <a:srgbClr val="526577"/>
                </a:solidFill>
              </a:defRPr>
            </a:lvl1pPr>
            <a:lvl2pPr algn="r">
              <a:defRPr sz="1050" b="0">
                <a:solidFill>
                  <a:srgbClr val="526577"/>
                </a:solidFill>
              </a:defRPr>
            </a:lvl2pPr>
            <a:lvl3pPr algn="r">
              <a:defRPr sz="1050" b="0">
                <a:solidFill>
                  <a:srgbClr val="526577"/>
                </a:solidFill>
              </a:defRPr>
            </a:lvl3pPr>
            <a:lvl4pPr algn="r">
              <a:defRPr sz="1050" b="0">
                <a:solidFill>
                  <a:srgbClr val="526577"/>
                </a:solidFill>
              </a:defRPr>
            </a:lvl4pPr>
            <a:lvl5pPr algn="r">
              <a:defRPr sz="1050" b="0">
                <a:solidFill>
                  <a:srgbClr val="526577"/>
                </a:solidFill>
              </a:defRPr>
            </a:lvl5pPr>
            <a:lvl6pPr algn="r">
              <a:defRPr sz="1050" b="0">
                <a:solidFill>
                  <a:srgbClr val="526577"/>
                </a:solidFill>
              </a:defRPr>
            </a:lvl6pPr>
            <a:lvl7pPr algn="r">
              <a:defRPr sz="1050" b="0">
                <a:solidFill>
                  <a:srgbClr val="526577"/>
                </a:solidFill>
              </a:defRPr>
            </a:lvl7pPr>
            <a:lvl8pPr algn="r">
              <a:defRPr sz="1050" b="0">
                <a:solidFill>
                  <a:srgbClr val="526577"/>
                </a:solidFill>
              </a:defRPr>
            </a:lvl8pPr>
            <a:lvl9pPr algn="r">
              <a:defRPr sz="1050" b="0">
                <a:solidFill>
                  <a:srgbClr val="526577"/>
                </a:solidFill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26577"/>
                </a:solidFill>
              </a:defRPr>
            </a:pPr>
            <a:r>
              <a:rPr sz="1050" b="0">
                <a:solidFill>
                  <a:srgbClr val="526577"/>
                </a:solidFill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A63128-85F5-4193-9765-55B083D5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4305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>
                <a:solidFill>
                  <a:srgbClr val="112E4D"/>
                </a:solidFill>
              </a:defRPr>
            </a:defPPr>
            <a:lvl1pPr algn="l">
              <a:defRPr sz="2250" b="1">
                <a:solidFill>
                  <a:srgbClr val="112E4D"/>
                </a:solidFill>
              </a:defRPr>
            </a:lvl1pPr>
            <a:lvl2pPr algn="l">
              <a:defRPr sz="2250" b="1">
                <a:solidFill>
                  <a:srgbClr val="112E4D"/>
                </a:solidFill>
              </a:defRPr>
            </a:lvl2pPr>
            <a:lvl3pPr algn="l">
              <a:defRPr sz="2250" b="1">
                <a:solidFill>
                  <a:srgbClr val="112E4D"/>
                </a:solidFill>
              </a:defRPr>
            </a:lvl3pPr>
            <a:lvl4pPr algn="l">
              <a:defRPr sz="2250" b="1">
                <a:solidFill>
                  <a:srgbClr val="112E4D"/>
                </a:solidFill>
              </a:defRPr>
            </a:lvl4pPr>
            <a:lvl5pPr algn="l">
              <a:defRPr sz="2250" b="1">
                <a:solidFill>
                  <a:srgbClr val="112E4D"/>
                </a:solidFill>
              </a:defRPr>
            </a:lvl5pPr>
            <a:lvl6pPr algn="l">
              <a:defRPr sz="2250" b="1">
                <a:solidFill>
                  <a:srgbClr val="112E4D"/>
                </a:solidFill>
              </a:defRPr>
            </a:lvl6pPr>
            <a:lvl7pPr algn="l">
              <a:defRPr sz="2250" b="1">
                <a:solidFill>
                  <a:srgbClr val="112E4D"/>
                </a:solidFill>
              </a:defRPr>
            </a:lvl7pPr>
            <a:lvl8pPr algn="l">
              <a:defRPr sz="2250" b="1">
                <a:solidFill>
                  <a:srgbClr val="112E4D"/>
                </a:solidFill>
              </a:defRPr>
            </a:lvl8pPr>
            <a:lvl9pPr algn="l">
              <a:defRPr sz="2250" b="1">
                <a:solidFill>
                  <a:srgbClr val="112E4D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12E4D"/>
                </a:solidFill>
              </a:defRPr>
            </a:pPr>
            <a:r>
              <a:rPr sz="2250" b="1">
                <a:solidFill>
                  <a:srgbClr val="112E4D"/>
                </a:solidFill>
              </a:rPr>
              <a:t>A document vault with a searchable history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74D61D-1D69-44DD-B90A-EA18A1746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4953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1D2B38"/>
                </a:solidFill>
              </a:defRPr>
            </a:defPPr>
            <a:lvl1pPr algn="l">
              <a:defRPr sz="1800" b="0">
                <a:solidFill>
                  <a:srgbClr val="1D2B38"/>
                </a:solidFill>
              </a:defRPr>
            </a:lvl1pPr>
            <a:lvl2pPr algn="l">
              <a:defRPr sz="1800" b="0">
                <a:solidFill>
                  <a:srgbClr val="1D2B38"/>
                </a:solidFill>
              </a:defRPr>
            </a:lvl2pPr>
            <a:lvl3pPr algn="l">
              <a:defRPr sz="1800" b="0">
                <a:solidFill>
                  <a:srgbClr val="1D2B38"/>
                </a:solidFill>
              </a:defRPr>
            </a:lvl3pPr>
            <a:lvl4pPr algn="l">
              <a:defRPr sz="1800" b="0">
                <a:solidFill>
                  <a:srgbClr val="1D2B38"/>
                </a:solidFill>
              </a:defRPr>
            </a:lvl4pPr>
            <a:lvl5pPr algn="l">
              <a:defRPr sz="1800" b="0">
                <a:solidFill>
                  <a:srgbClr val="1D2B38"/>
                </a:solidFill>
              </a:defRPr>
            </a:lvl5pPr>
            <a:lvl6pPr algn="l">
              <a:defRPr sz="1800" b="0">
                <a:solidFill>
                  <a:srgbClr val="1D2B38"/>
                </a:solidFill>
              </a:defRPr>
            </a:lvl6pPr>
            <a:lvl7pPr algn="l">
              <a:defRPr sz="1800" b="0">
                <a:solidFill>
                  <a:srgbClr val="1D2B38"/>
                </a:solidFill>
              </a:defRPr>
            </a:lvl7pPr>
            <a:lvl8pPr algn="l">
              <a:defRPr sz="1800" b="0">
                <a:solidFill>
                  <a:srgbClr val="1D2B38"/>
                </a:solidFill>
              </a:defRPr>
            </a:lvl8pPr>
            <a:lvl9pPr algn="l">
              <a:defRPr sz="1800" b="0">
                <a:solidFill>
                  <a:srgbClr val="1D2B38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D2B38"/>
                </a:solidFill>
              </a:defRPr>
            </a:pPr>
            <a:r>
              <a:rPr sz="1800" b="0">
                <a:solidFill>
                  <a:srgbClr val="1D2B38"/>
                </a:solidFill>
              </a:rPr>
              <a:t>Users upload documents, organize folders, search files, review activity and recover items from Trash.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78A306-1F9E-48E9-9F1D-3F13B8467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19250"/>
            <a:ext cx="466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1">
                <a:solidFill>
                  <a:srgbClr val="287A77"/>
                </a:solidFill>
              </a:defRPr>
            </a:defPPr>
            <a:lvl1pPr algn="l">
              <a:defRPr sz="1875" b="1">
                <a:solidFill>
                  <a:srgbClr val="287A77"/>
                </a:solidFill>
              </a:defRPr>
            </a:lvl1pPr>
            <a:lvl2pPr algn="l">
              <a:defRPr sz="1875" b="1">
                <a:solidFill>
                  <a:srgbClr val="287A77"/>
                </a:solidFill>
              </a:defRPr>
            </a:lvl2pPr>
            <a:lvl3pPr algn="l">
              <a:defRPr sz="1875" b="1">
                <a:solidFill>
                  <a:srgbClr val="287A77"/>
                </a:solidFill>
              </a:defRPr>
            </a:lvl3pPr>
            <a:lvl4pPr algn="l">
              <a:defRPr sz="1875" b="1">
                <a:solidFill>
                  <a:srgbClr val="287A77"/>
                </a:solidFill>
              </a:defRPr>
            </a:lvl4pPr>
            <a:lvl5pPr algn="l">
              <a:defRPr sz="1875" b="1">
                <a:solidFill>
                  <a:srgbClr val="287A77"/>
                </a:solidFill>
              </a:defRPr>
            </a:lvl5pPr>
            <a:lvl6pPr algn="l">
              <a:defRPr sz="1875" b="1">
                <a:solidFill>
                  <a:srgbClr val="287A77"/>
                </a:solidFill>
              </a:defRPr>
            </a:lvl6pPr>
            <a:lvl7pPr algn="l">
              <a:defRPr sz="1875" b="1">
                <a:solidFill>
                  <a:srgbClr val="287A77"/>
                </a:solidFill>
              </a:defRPr>
            </a:lvl7pPr>
            <a:lvl8pPr algn="l">
              <a:defRPr sz="1875" b="1">
                <a:solidFill>
                  <a:srgbClr val="287A77"/>
                </a:solidFill>
              </a:defRPr>
            </a:lvl8pPr>
            <a:lvl9pPr algn="l">
              <a:defRPr sz="1875" b="1">
                <a:solidFill>
                  <a:srgbClr val="287A77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87A77"/>
                </a:solidFill>
              </a:defRPr>
            </a:pPr>
            <a:r>
              <a:rPr sz="1875" b="1">
                <a:solidFill>
                  <a:srgbClr val="287A77"/>
                </a:solidFill>
              </a:rPr>
              <a:t>Course objective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B5EB72-08A1-41A3-BD70-2235FFDC3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286000"/>
            <a:ext cx="4524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1D2B38"/>
                </a:solidFill>
              </a:defRPr>
            </a:defPPr>
            <a:lvl1pPr algn="l">
              <a:defRPr sz="1725" b="0">
                <a:solidFill>
                  <a:srgbClr val="1D2B38"/>
                </a:solidFill>
              </a:defRPr>
            </a:lvl1pPr>
            <a:lvl2pPr algn="l">
              <a:defRPr sz="1725" b="0">
                <a:solidFill>
                  <a:srgbClr val="1D2B38"/>
                </a:solidFill>
              </a:defRPr>
            </a:lvl2pPr>
            <a:lvl3pPr algn="l">
              <a:defRPr sz="1725" b="0">
                <a:solidFill>
                  <a:srgbClr val="1D2B38"/>
                </a:solidFill>
              </a:defRPr>
            </a:lvl3pPr>
            <a:lvl4pPr algn="l">
              <a:defRPr sz="1725" b="0">
                <a:solidFill>
                  <a:srgbClr val="1D2B38"/>
                </a:solidFill>
              </a:defRPr>
            </a:lvl4pPr>
            <a:lvl5pPr algn="l">
              <a:defRPr sz="1725" b="0">
                <a:solidFill>
                  <a:srgbClr val="1D2B38"/>
                </a:solidFill>
              </a:defRPr>
            </a:lvl5pPr>
            <a:lvl6pPr algn="l">
              <a:defRPr sz="1725" b="0">
                <a:solidFill>
                  <a:srgbClr val="1D2B38"/>
                </a:solidFill>
              </a:defRPr>
            </a:lvl6pPr>
            <a:lvl7pPr algn="l">
              <a:defRPr sz="1725" b="0">
                <a:solidFill>
                  <a:srgbClr val="1D2B38"/>
                </a:solidFill>
              </a:defRPr>
            </a:lvl7pPr>
            <a:lvl8pPr algn="l">
              <a:defRPr sz="1725" b="0">
                <a:solidFill>
                  <a:srgbClr val="1D2B38"/>
                </a:solidFill>
              </a:defRPr>
            </a:lvl8pPr>
            <a:lvl9pPr algn="l">
              <a:defRPr sz="1725" b="0">
                <a:solidFill>
                  <a:srgbClr val="1D2B38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D2B38"/>
                </a:solidFill>
              </a:defRPr>
            </a:pPr>
            <a:r>
              <a:rPr sz="1725" b="0">
                <a:solidFill>
                  <a:srgbClr val="1D2B38"/>
                </a:solidFill>
              </a:rPr>
              <a:t>Use MongoDB to store file metadata and activity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9FB798-0F22-4B97-83A4-FF5448C9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38500"/>
            <a:ext cx="4524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1D2B38"/>
                </a:solidFill>
              </a:defRPr>
            </a:defPPr>
            <a:lvl1pPr algn="l">
              <a:defRPr sz="1725" b="0">
                <a:solidFill>
                  <a:srgbClr val="1D2B38"/>
                </a:solidFill>
              </a:defRPr>
            </a:lvl1pPr>
            <a:lvl2pPr algn="l">
              <a:defRPr sz="1725" b="0">
                <a:solidFill>
                  <a:srgbClr val="1D2B38"/>
                </a:solidFill>
              </a:defRPr>
            </a:lvl2pPr>
            <a:lvl3pPr algn="l">
              <a:defRPr sz="1725" b="0">
                <a:solidFill>
                  <a:srgbClr val="1D2B38"/>
                </a:solidFill>
              </a:defRPr>
            </a:lvl3pPr>
            <a:lvl4pPr algn="l">
              <a:defRPr sz="1725" b="0">
                <a:solidFill>
                  <a:srgbClr val="1D2B38"/>
                </a:solidFill>
              </a:defRPr>
            </a:lvl4pPr>
            <a:lvl5pPr algn="l">
              <a:defRPr sz="1725" b="0">
                <a:solidFill>
                  <a:srgbClr val="1D2B38"/>
                </a:solidFill>
              </a:defRPr>
            </a:lvl5pPr>
            <a:lvl6pPr algn="l">
              <a:defRPr sz="1725" b="0">
                <a:solidFill>
                  <a:srgbClr val="1D2B38"/>
                </a:solidFill>
              </a:defRPr>
            </a:lvl6pPr>
            <a:lvl7pPr algn="l">
              <a:defRPr sz="1725" b="0">
                <a:solidFill>
                  <a:srgbClr val="1D2B38"/>
                </a:solidFill>
              </a:defRPr>
            </a:lvl7pPr>
            <a:lvl8pPr algn="l">
              <a:defRPr sz="1725" b="0">
                <a:solidFill>
                  <a:srgbClr val="1D2B38"/>
                </a:solidFill>
              </a:defRPr>
            </a:lvl8pPr>
            <a:lvl9pPr algn="l">
              <a:defRPr sz="1725" b="0">
                <a:solidFill>
                  <a:srgbClr val="1D2B38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D2B38"/>
                </a:solidFill>
              </a:defRPr>
            </a:pPr>
            <a:r>
              <a:rPr sz="1725" b="0">
                <a:solidFill>
                  <a:srgbClr val="1D2B38"/>
                </a:solidFill>
              </a:rPr>
              <a:t>Use PyMongo to query and aggregate records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564516-C262-4F18-A1DE-D95C55F2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191000"/>
            <a:ext cx="4524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1D2B38"/>
                </a:solidFill>
              </a:defRPr>
            </a:defPPr>
            <a:lvl1pPr algn="l">
              <a:defRPr sz="1725" b="0">
                <a:solidFill>
                  <a:srgbClr val="1D2B38"/>
                </a:solidFill>
              </a:defRPr>
            </a:lvl1pPr>
            <a:lvl2pPr algn="l">
              <a:defRPr sz="1725" b="0">
                <a:solidFill>
                  <a:srgbClr val="1D2B38"/>
                </a:solidFill>
              </a:defRPr>
            </a:lvl2pPr>
            <a:lvl3pPr algn="l">
              <a:defRPr sz="1725" b="0">
                <a:solidFill>
                  <a:srgbClr val="1D2B38"/>
                </a:solidFill>
              </a:defRPr>
            </a:lvl3pPr>
            <a:lvl4pPr algn="l">
              <a:defRPr sz="1725" b="0">
                <a:solidFill>
                  <a:srgbClr val="1D2B38"/>
                </a:solidFill>
              </a:defRPr>
            </a:lvl4pPr>
            <a:lvl5pPr algn="l">
              <a:defRPr sz="1725" b="0">
                <a:solidFill>
                  <a:srgbClr val="1D2B38"/>
                </a:solidFill>
              </a:defRPr>
            </a:lvl5pPr>
            <a:lvl6pPr algn="l">
              <a:defRPr sz="1725" b="0">
                <a:solidFill>
                  <a:srgbClr val="1D2B38"/>
                </a:solidFill>
              </a:defRPr>
            </a:lvl6pPr>
            <a:lvl7pPr algn="l">
              <a:defRPr sz="1725" b="0">
                <a:solidFill>
                  <a:srgbClr val="1D2B38"/>
                </a:solidFill>
              </a:defRPr>
            </a:lvl7pPr>
            <a:lvl8pPr algn="l">
              <a:defRPr sz="1725" b="0">
                <a:solidFill>
                  <a:srgbClr val="1D2B38"/>
                </a:solidFill>
              </a:defRPr>
            </a:lvl8pPr>
            <a:lvl9pPr algn="l">
              <a:defRPr sz="1725" b="0">
                <a:solidFill>
                  <a:srgbClr val="1D2B38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D2B38"/>
                </a:solidFill>
              </a:defRPr>
            </a:pPr>
            <a:r>
              <a:rPr sz="1725" b="0">
                <a:solidFill>
                  <a:srgbClr val="1D2B38"/>
                </a:solidFill>
              </a:rPr>
              <a:t>Train models from metadata and report held-out results</a:t>
            </a:r>
          </a:p>
        </p:txBody>
      </p:sp>
    </p:spTree>
    <p:extLst>
      <p:ext uri="{BB962C8B-B14F-4D97-AF65-F5344CB8AC3E}">
        <p14:creationId xmlns:p14="http://schemas.microsoft.com/office/powerpoint/2010/main" val="13314071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554855-7ADB-499D-84E4-CBD33021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700" b="1">
                <a:solidFill>
                  <a:srgbClr val="112E4D"/>
                </a:solidFill>
              </a:defRPr>
            </a:defPPr>
            <a:lvl1pPr algn="l">
              <a:defRPr sz="2700" b="1">
                <a:solidFill>
                  <a:srgbClr val="112E4D"/>
                </a:solidFill>
              </a:defRPr>
            </a:lvl1pPr>
            <a:lvl2pPr algn="l">
              <a:defRPr sz="2700" b="1">
                <a:solidFill>
                  <a:srgbClr val="112E4D"/>
                </a:solidFill>
              </a:defRPr>
            </a:lvl2pPr>
            <a:lvl3pPr algn="l">
              <a:defRPr sz="2700" b="1">
                <a:solidFill>
                  <a:srgbClr val="112E4D"/>
                </a:solidFill>
              </a:defRPr>
            </a:lvl3pPr>
            <a:lvl4pPr algn="l">
              <a:defRPr sz="2700" b="1">
                <a:solidFill>
                  <a:srgbClr val="112E4D"/>
                </a:solidFill>
              </a:defRPr>
            </a:lvl4pPr>
            <a:lvl5pPr algn="l">
              <a:defRPr sz="2700" b="1">
                <a:solidFill>
                  <a:srgbClr val="112E4D"/>
                </a:solidFill>
              </a:defRPr>
            </a:lvl5pPr>
            <a:lvl6pPr algn="l">
              <a:defRPr sz="2700" b="1">
                <a:solidFill>
                  <a:srgbClr val="112E4D"/>
                </a:solidFill>
              </a:defRPr>
            </a:lvl6pPr>
            <a:lvl7pPr algn="l">
              <a:defRPr sz="2700" b="1">
                <a:solidFill>
                  <a:srgbClr val="112E4D"/>
                </a:solidFill>
              </a:defRPr>
            </a:lvl7pPr>
            <a:lvl8pPr algn="l">
              <a:defRPr sz="2700" b="1">
                <a:solidFill>
                  <a:srgbClr val="112E4D"/>
                </a:solidFill>
              </a:defRPr>
            </a:lvl8pPr>
            <a:lvl9pPr algn="l">
              <a:defRPr sz="2700" b="1">
                <a:solidFill>
                  <a:srgbClr val="112E4D"/>
                </a:solidFill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12E4D"/>
                </a:solidFill>
              </a:defRPr>
            </a:pPr>
            <a:r>
              <a:rPr sz="2700" b="1">
                <a:solidFill>
                  <a:srgbClr val="112E4D"/>
                </a:solidFill>
              </a:rPr>
              <a:t>Where MongoDB fits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ABAB23-DD73-4296-9076-F6AE95F5D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33475"/>
            <a:ext cx="10715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2A966B-6001-4B29-9A21-B372D9148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531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26577"/>
                </a:solidFill>
              </a:defRPr>
            </a:defPPr>
            <a:lvl1pPr algn="l">
              <a:defRPr sz="1050" b="0">
                <a:solidFill>
                  <a:srgbClr val="526577"/>
                </a:solidFill>
              </a:defRPr>
            </a:lvl1pPr>
            <a:lvl2pPr algn="l">
              <a:defRPr sz="1050" b="0">
                <a:solidFill>
                  <a:srgbClr val="526577"/>
                </a:solidFill>
              </a:defRPr>
            </a:lvl2pPr>
            <a:lvl3pPr algn="l">
              <a:defRPr sz="1050" b="0">
                <a:solidFill>
                  <a:srgbClr val="526577"/>
                </a:solidFill>
              </a:defRPr>
            </a:lvl3pPr>
            <a:lvl4pPr algn="l">
              <a:defRPr sz="1050" b="0">
                <a:solidFill>
                  <a:srgbClr val="526577"/>
                </a:solidFill>
              </a:defRPr>
            </a:lvl4pPr>
            <a:lvl5pPr algn="l">
              <a:defRPr sz="1050" b="0">
                <a:solidFill>
                  <a:srgbClr val="526577"/>
                </a:solidFill>
              </a:defRPr>
            </a:lvl5pPr>
            <a:lvl6pPr algn="l">
              <a:defRPr sz="1050" b="0">
                <a:solidFill>
                  <a:srgbClr val="526577"/>
                </a:solidFill>
              </a:defRPr>
            </a:lvl6pPr>
            <a:lvl7pPr algn="l">
              <a:defRPr sz="1050" b="0">
                <a:solidFill>
                  <a:srgbClr val="526577"/>
                </a:solidFill>
              </a:defRPr>
            </a:lvl7pPr>
            <a:lvl8pPr algn="l">
              <a:defRPr sz="1050" b="0">
                <a:solidFill>
                  <a:srgbClr val="526577"/>
                </a:solidFill>
              </a:defRPr>
            </a:lvl8pPr>
            <a:lvl9pPr algn="l">
              <a:defRPr sz="1050" b="0">
                <a:solidFill>
                  <a:srgbClr val="526577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577"/>
                </a:solidFill>
              </a:defRPr>
            </a:pPr>
            <a:r>
              <a:rPr sz="1050" b="0">
                <a:solidFill>
                  <a:srgbClr val="526577"/>
                </a:solidFill>
              </a:rPr>
              <a:t>VaultX  /  MongoDB course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B5B375-94AF-475E-9722-816EA2C5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3531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0">
                <a:solidFill>
                  <a:srgbClr val="526577"/>
                </a:solidFill>
              </a:defRPr>
            </a:defPPr>
            <a:lvl1pPr algn="r">
              <a:defRPr sz="1050" b="0">
                <a:solidFill>
                  <a:srgbClr val="526577"/>
                </a:solidFill>
              </a:defRPr>
            </a:lvl1pPr>
            <a:lvl2pPr algn="r">
              <a:defRPr sz="1050" b="0">
                <a:solidFill>
                  <a:srgbClr val="526577"/>
                </a:solidFill>
              </a:defRPr>
            </a:lvl2pPr>
            <a:lvl3pPr algn="r">
              <a:defRPr sz="1050" b="0">
                <a:solidFill>
                  <a:srgbClr val="526577"/>
                </a:solidFill>
              </a:defRPr>
            </a:lvl3pPr>
            <a:lvl4pPr algn="r">
              <a:defRPr sz="1050" b="0">
                <a:solidFill>
                  <a:srgbClr val="526577"/>
                </a:solidFill>
              </a:defRPr>
            </a:lvl4pPr>
            <a:lvl5pPr algn="r">
              <a:defRPr sz="1050" b="0">
                <a:solidFill>
                  <a:srgbClr val="526577"/>
                </a:solidFill>
              </a:defRPr>
            </a:lvl5pPr>
            <a:lvl6pPr algn="r">
              <a:defRPr sz="1050" b="0">
                <a:solidFill>
                  <a:srgbClr val="526577"/>
                </a:solidFill>
              </a:defRPr>
            </a:lvl6pPr>
            <a:lvl7pPr algn="r">
              <a:defRPr sz="1050" b="0">
                <a:solidFill>
                  <a:srgbClr val="526577"/>
                </a:solidFill>
              </a:defRPr>
            </a:lvl7pPr>
            <a:lvl8pPr algn="r">
              <a:defRPr sz="1050" b="0">
                <a:solidFill>
                  <a:srgbClr val="526577"/>
                </a:solidFill>
              </a:defRPr>
            </a:lvl8pPr>
            <a:lvl9pPr algn="r">
              <a:defRPr sz="1050" b="0">
                <a:solidFill>
                  <a:srgbClr val="526577"/>
                </a:solidFill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26577"/>
                </a:solidFill>
              </a:defRPr>
            </a:pPr>
            <a:r>
              <a:rPr sz="1050" b="0">
                <a:solidFill>
                  <a:srgbClr val="526577"/>
                </a:solidFill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78A7CF-EC0A-4659-9BE6-310A067E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144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287A77"/>
                </a:solidFill>
              </a:defRPr>
            </a:defPPr>
            <a:lvl1pPr algn="l">
              <a:defRPr sz="1350" b="1">
                <a:solidFill>
                  <a:srgbClr val="287A77"/>
                </a:solidFill>
              </a:defRPr>
            </a:lvl1pPr>
            <a:lvl2pPr algn="l">
              <a:defRPr sz="1350" b="1">
                <a:solidFill>
                  <a:srgbClr val="287A77"/>
                </a:solidFill>
              </a:defRPr>
            </a:lvl2pPr>
            <a:lvl3pPr algn="l">
              <a:defRPr sz="1350" b="1">
                <a:solidFill>
                  <a:srgbClr val="287A77"/>
                </a:solidFill>
              </a:defRPr>
            </a:lvl3pPr>
            <a:lvl4pPr algn="l">
              <a:defRPr sz="1350" b="1">
                <a:solidFill>
                  <a:srgbClr val="287A77"/>
                </a:solidFill>
              </a:defRPr>
            </a:lvl4pPr>
            <a:lvl5pPr algn="l">
              <a:defRPr sz="1350" b="1">
                <a:solidFill>
                  <a:srgbClr val="287A77"/>
                </a:solidFill>
              </a:defRPr>
            </a:lvl5pPr>
            <a:lvl6pPr algn="l">
              <a:defRPr sz="1350" b="1">
                <a:solidFill>
                  <a:srgbClr val="287A77"/>
                </a:solidFill>
              </a:defRPr>
            </a:lvl6pPr>
            <a:lvl7pPr algn="l">
              <a:defRPr sz="1350" b="1">
                <a:solidFill>
                  <a:srgbClr val="287A77"/>
                </a:solidFill>
              </a:defRPr>
            </a:lvl7pPr>
            <a:lvl8pPr algn="l">
              <a:defRPr sz="1350" b="1">
                <a:solidFill>
                  <a:srgbClr val="287A77"/>
                </a:solidFill>
              </a:defRPr>
            </a:lvl8pPr>
            <a:lvl9pPr algn="l">
              <a:defRPr sz="1350" b="1">
                <a:solidFill>
                  <a:srgbClr val="287A77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87A77"/>
                </a:solidFill>
              </a:defRPr>
            </a:pPr>
            <a:r>
              <a:rPr sz="1350" b="1">
                <a:solidFill>
                  <a:srgbClr val="287A77"/>
                </a:solidFill>
              </a:rPr>
              <a:t>WEB APP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A0846A-96B9-4215-9DE9-9BC2F761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9775"/>
            <a:ext cx="314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1D2B38"/>
                </a:solidFill>
              </a:defRPr>
            </a:defPPr>
            <a:lvl1pPr algn="l">
              <a:defRPr sz="1725" b="0">
                <a:solidFill>
                  <a:srgbClr val="1D2B38"/>
                </a:solidFill>
              </a:defRPr>
            </a:lvl1pPr>
            <a:lvl2pPr algn="l">
              <a:defRPr sz="1725" b="0">
                <a:solidFill>
                  <a:srgbClr val="1D2B38"/>
                </a:solidFill>
              </a:defRPr>
            </a:lvl2pPr>
            <a:lvl3pPr algn="l">
              <a:defRPr sz="1725" b="0">
                <a:solidFill>
                  <a:srgbClr val="1D2B38"/>
                </a:solidFill>
              </a:defRPr>
            </a:lvl3pPr>
            <a:lvl4pPr algn="l">
              <a:defRPr sz="1725" b="0">
                <a:solidFill>
                  <a:srgbClr val="1D2B38"/>
                </a:solidFill>
              </a:defRPr>
            </a:lvl4pPr>
            <a:lvl5pPr algn="l">
              <a:defRPr sz="1725" b="0">
                <a:solidFill>
                  <a:srgbClr val="1D2B38"/>
                </a:solidFill>
              </a:defRPr>
            </a:lvl5pPr>
            <a:lvl6pPr algn="l">
              <a:defRPr sz="1725" b="0">
                <a:solidFill>
                  <a:srgbClr val="1D2B38"/>
                </a:solidFill>
              </a:defRPr>
            </a:lvl6pPr>
            <a:lvl7pPr algn="l">
              <a:defRPr sz="1725" b="0">
                <a:solidFill>
                  <a:srgbClr val="1D2B38"/>
                </a:solidFill>
              </a:defRPr>
            </a:lvl7pPr>
            <a:lvl8pPr algn="l">
              <a:defRPr sz="1725" b="0">
                <a:solidFill>
                  <a:srgbClr val="1D2B38"/>
                </a:solidFill>
              </a:defRPr>
            </a:lvl8pPr>
            <a:lvl9pPr algn="l">
              <a:defRPr sz="1725" b="0">
                <a:solidFill>
                  <a:srgbClr val="1D2B38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D2B38"/>
                </a:solidFill>
              </a:defRPr>
            </a:pPr>
            <a:r>
              <a:rPr sz="1725" b="0">
                <a:solidFill>
                  <a:srgbClr val="1D2B38"/>
                </a:solidFill>
              </a:rPr>
              <a:t>React dashboard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D2B38"/>
                </a:solidFill>
              </a:defRPr>
            </a:pPr>
            <a:r>
              <a:rPr sz="1725" b="0">
                <a:solidFill>
                  <a:srgbClr val="1D2B38"/>
                </a:solidFill>
              </a:rPr>
              <a:t>Folders, search, Trash, storage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2F8834-5575-4005-BA95-D276555F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5144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287A77"/>
                </a:solidFill>
              </a:defRPr>
            </a:defPPr>
            <a:lvl1pPr algn="l">
              <a:defRPr sz="1350" b="1">
                <a:solidFill>
                  <a:srgbClr val="287A77"/>
                </a:solidFill>
              </a:defRPr>
            </a:lvl1pPr>
            <a:lvl2pPr algn="l">
              <a:defRPr sz="1350" b="1">
                <a:solidFill>
                  <a:srgbClr val="287A77"/>
                </a:solidFill>
              </a:defRPr>
            </a:lvl2pPr>
            <a:lvl3pPr algn="l">
              <a:defRPr sz="1350" b="1">
                <a:solidFill>
                  <a:srgbClr val="287A77"/>
                </a:solidFill>
              </a:defRPr>
            </a:lvl3pPr>
            <a:lvl4pPr algn="l">
              <a:defRPr sz="1350" b="1">
                <a:solidFill>
                  <a:srgbClr val="287A77"/>
                </a:solidFill>
              </a:defRPr>
            </a:lvl4pPr>
            <a:lvl5pPr algn="l">
              <a:defRPr sz="1350" b="1">
                <a:solidFill>
                  <a:srgbClr val="287A77"/>
                </a:solidFill>
              </a:defRPr>
            </a:lvl5pPr>
            <a:lvl6pPr algn="l">
              <a:defRPr sz="1350" b="1">
                <a:solidFill>
                  <a:srgbClr val="287A77"/>
                </a:solidFill>
              </a:defRPr>
            </a:lvl6pPr>
            <a:lvl7pPr algn="l">
              <a:defRPr sz="1350" b="1">
                <a:solidFill>
                  <a:srgbClr val="287A77"/>
                </a:solidFill>
              </a:defRPr>
            </a:lvl7pPr>
            <a:lvl8pPr algn="l">
              <a:defRPr sz="1350" b="1">
                <a:solidFill>
                  <a:srgbClr val="287A77"/>
                </a:solidFill>
              </a:defRPr>
            </a:lvl8pPr>
            <a:lvl9pPr algn="l">
              <a:defRPr sz="1350" b="1">
                <a:solidFill>
                  <a:srgbClr val="287A77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87A77"/>
                </a:solidFill>
              </a:defRPr>
            </a:pPr>
            <a:r>
              <a:rPr sz="1350" b="1">
                <a:solidFill>
                  <a:srgbClr val="287A77"/>
                </a:solidFill>
              </a:rPr>
              <a:t>API AND STORAGE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0F89D7-9AEF-403D-8B93-80880BC9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09775"/>
            <a:ext cx="314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1D2B38"/>
                </a:solidFill>
              </a:defRPr>
            </a:defPPr>
            <a:lvl1pPr algn="l">
              <a:defRPr sz="1725" b="0">
                <a:solidFill>
                  <a:srgbClr val="1D2B38"/>
                </a:solidFill>
              </a:defRPr>
            </a:lvl1pPr>
            <a:lvl2pPr algn="l">
              <a:defRPr sz="1725" b="0">
                <a:solidFill>
                  <a:srgbClr val="1D2B38"/>
                </a:solidFill>
              </a:defRPr>
            </a:lvl2pPr>
            <a:lvl3pPr algn="l">
              <a:defRPr sz="1725" b="0">
                <a:solidFill>
                  <a:srgbClr val="1D2B38"/>
                </a:solidFill>
              </a:defRPr>
            </a:lvl3pPr>
            <a:lvl4pPr algn="l">
              <a:defRPr sz="1725" b="0">
                <a:solidFill>
                  <a:srgbClr val="1D2B38"/>
                </a:solidFill>
              </a:defRPr>
            </a:lvl4pPr>
            <a:lvl5pPr algn="l">
              <a:defRPr sz="1725" b="0">
                <a:solidFill>
                  <a:srgbClr val="1D2B38"/>
                </a:solidFill>
              </a:defRPr>
            </a:lvl5pPr>
            <a:lvl6pPr algn="l">
              <a:defRPr sz="1725" b="0">
                <a:solidFill>
                  <a:srgbClr val="1D2B38"/>
                </a:solidFill>
              </a:defRPr>
            </a:lvl6pPr>
            <a:lvl7pPr algn="l">
              <a:defRPr sz="1725" b="0">
                <a:solidFill>
                  <a:srgbClr val="1D2B38"/>
                </a:solidFill>
              </a:defRPr>
            </a:lvl7pPr>
            <a:lvl8pPr algn="l">
              <a:defRPr sz="1725" b="0">
                <a:solidFill>
                  <a:srgbClr val="1D2B38"/>
                </a:solidFill>
              </a:defRPr>
            </a:lvl8pPr>
            <a:lvl9pPr algn="l">
              <a:defRPr sz="1725" b="0">
                <a:solidFill>
                  <a:srgbClr val="1D2B38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D2B38"/>
                </a:solidFill>
              </a:defRPr>
            </a:pPr>
            <a:r>
              <a:rPr sz="1725" b="0">
                <a:solidFill>
                  <a:srgbClr val="1D2B38"/>
                </a:solidFill>
              </a:rPr>
              <a:t>Express + Mongoose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D2B38"/>
                </a:solidFill>
              </a:defRPr>
            </a:pPr>
            <a:r>
              <a:rPr sz="1725" b="0">
                <a:solidFill>
                  <a:srgbClr val="1D2B38"/>
                </a:solidFill>
              </a:rPr>
              <a:t>Users, files, activities in MongoDB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D2B38"/>
                </a:solidFill>
              </a:defRPr>
            </a:pPr>
            <a:r>
              <a:rPr sz="1725" b="0">
                <a:solidFill>
                  <a:srgbClr val="1D2B38"/>
                </a:solidFill>
              </a:rPr>
              <a:t>File bytes in Cloudinary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45291B-0BC7-4821-A772-843FC77D1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144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1">
                <a:solidFill>
                  <a:srgbClr val="287A77"/>
                </a:solidFill>
              </a:defRPr>
            </a:defPPr>
            <a:lvl1pPr algn="l">
              <a:defRPr sz="1350" b="1">
                <a:solidFill>
                  <a:srgbClr val="287A77"/>
                </a:solidFill>
              </a:defRPr>
            </a:lvl1pPr>
            <a:lvl2pPr algn="l">
              <a:defRPr sz="1350" b="1">
                <a:solidFill>
                  <a:srgbClr val="287A77"/>
                </a:solidFill>
              </a:defRPr>
            </a:lvl2pPr>
            <a:lvl3pPr algn="l">
              <a:defRPr sz="1350" b="1">
                <a:solidFill>
                  <a:srgbClr val="287A77"/>
                </a:solidFill>
              </a:defRPr>
            </a:lvl3pPr>
            <a:lvl4pPr algn="l">
              <a:defRPr sz="1350" b="1">
                <a:solidFill>
                  <a:srgbClr val="287A77"/>
                </a:solidFill>
              </a:defRPr>
            </a:lvl4pPr>
            <a:lvl5pPr algn="l">
              <a:defRPr sz="1350" b="1">
                <a:solidFill>
                  <a:srgbClr val="287A77"/>
                </a:solidFill>
              </a:defRPr>
            </a:lvl5pPr>
            <a:lvl6pPr algn="l">
              <a:defRPr sz="1350" b="1">
                <a:solidFill>
                  <a:srgbClr val="287A77"/>
                </a:solidFill>
              </a:defRPr>
            </a:lvl6pPr>
            <a:lvl7pPr algn="l">
              <a:defRPr sz="1350" b="1">
                <a:solidFill>
                  <a:srgbClr val="287A77"/>
                </a:solidFill>
              </a:defRPr>
            </a:lvl7pPr>
            <a:lvl8pPr algn="l">
              <a:defRPr sz="1350" b="1">
                <a:solidFill>
                  <a:srgbClr val="287A77"/>
                </a:solidFill>
              </a:defRPr>
            </a:lvl8pPr>
            <a:lvl9pPr algn="l">
              <a:defRPr sz="1350" b="1">
                <a:solidFill>
                  <a:srgbClr val="287A77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87A77"/>
                </a:solidFill>
              </a:defRPr>
            </a:pPr>
            <a:r>
              <a:rPr sz="1350" b="1">
                <a:solidFill>
                  <a:srgbClr val="287A77"/>
                </a:solidFill>
              </a:rPr>
              <a:t>ANALYTICS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8EDC9E-E564-4C1B-97DB-2C380F78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09775"/>
            <a:ext cx="314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1D2B38"/>
                </a:solidFill>
              </a:defRPr>
            </a:defPPr>
            <a:lvl1pPr algn="l">
              <a:defRPr sz="1725" b="0">
                <a:solidFill>
                  <a:srgbClr val="1D2B38"/>
                </a:solidFill>
              </a:defRPr>
            </a:lvl1pPr>
            <a:lvl2pPr algn="l">
              <a:defRPr sz="1725" b="0">
                <a:solidFill>
                  <a:srgbClr val="1D2B38"/>
                </a:solidFill>
              </a:defRPr>
            </a:lvl2pPr>
            <a:lvl3pPr algn="l">
              <a:defRPr sz="1725" b="0">
                <a:solidFill>
                  <a:srgbClr val="1D2B38"/>
                </a:solidFill>
              </a:defRPr>
            </a:lvl3pPr>
            <a:lvl4pPr algn="l">
              <a:defRPr sz="1725" b="0">
                <a:solidFill>
                  <a:srgbClr val="1D2B38"/>
                </a:solidFill>
              </a:defRPr>
            </a:lvl4pPr>
            <a:lvl5pPr algn="l">
              <a:defRPr sz="1725" b="0">
                <a:solidFill>
                  <a:srgbClr val="1D2B38"/>
                </a:solidFill>
              </a:defRPr>
            </a:lvl5pPr>
            <a:lvl6pPr algn="l">
              <a:defRPr sz="1725" b="0">
                <a:solidFill>
                  <a:srgbClr val="1D2B38"/>
                </a:solidFill>
              </a:defRPr>
            </a:lvl6pPr>
            <a:lvl7pPr algn="l">
              <a:defRPr sz="1725" b="0">
                <a:solidFill>
                  <a:srgbClr val="1D2B38"/>
                </a:solidFill>
              </a:defRPr>
            </a:lvl7pPr>
            <a:lvl8pPr algn="l">
              <a:defRPr sz="1725" b="0">
                <a:solidFill>
                  <a:srgbClr val="1D2B38"/>
                </a:solidFill>
              </a:defRPr>
            </a:lvl8pPr>
            <a:lvl9pPr algn="l">
              <a:defRPr sz="1725" b="0">
                <a:solidFill>
                  <a:srgbClr val="1D2B38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D2B38"/>
                </a:solidFill>
              </a:defRPr>
            </a:pPr>
            <a:r>
              <a:rPr sz="1725" b="0">
                <a:solidFill>
                  <a:srgbClr val="1D2B38"/>
                </a:solidFill>
              </a:rPr>
              <a:t>PyMongo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D2B38"/>
                </a:solidFill>
              </a:defRPr>
            </a:pPr>
            <a:r>
              <a:rPr sz="1725" b="0">
                <a:solidFill>
                  <a:srgbClr val="1D2B38"/>
                </a:solidFill>
              </a:rPr>
              <a:t>Indexes and aggregation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D2B38"/>
                </a:solidFill>
              </a:defRPr>
            </a:pPr>
            <a:r>
              <a:rPr sz="1725" b="0">
                <a:solidFill>
                  <a:srgbClr val="1D2B38"/>
                </a:solidFill>
              </a:rPr>
              <a:t>Model runs in MongoDB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F87755-3093-4057-AAD7-71B8C972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95500"/>
            <a:ext cx="190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1F1276-CB21-47A6-BD2B-86E91ED5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095500"/>
            <a:ext cx="190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B7E409-2693-406E-83CB-9D73A81B5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29200"/>
            <a:ext cx="1057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1">
                <a:solidFill>
                  <a:srgbClr val="112E4D"/>
                </a:solidFill>
              </a:defRPr>
            </a:defPPr>
            <a:lvl1pPr algn="l">
              <a:defRPr sz="1800" b="1">
                <a:solidFill>
                  <a:srgbClr val="112E4D"/>
                </a:solidFill>
              </a:defRPr>
            </a:lvl1pPr>
            <a:lvl2pPr algn="l">
              <a:defRPr sz="1800" b="1">
                <a:solidFill>
                  <a:srgbClr val="112E4D"/>
                </a:solidFill>
              </a:defRPr>
            </a:lvl2pPr>
            <a:lvl3pPr algn="l">
              <a:defRPr sz="1800" b="1">
                <a:solidFill>
                  <a:srgbClr val="112E4D"/>
                </a:solidFill>
              </a:defRPr>
            </a:lvl3pPr>
            <a:lvl4pPr algn="l">
              <a:defRPr sz="1800" b="1">
                <a:solidFill>
                  <a:srgbClr val="112E4D"/>
                </a:solidFill>
              </a:defRPr>
            </a:lvl4pPr>
            <a:lvl5pPr algn="l">
              <a:defRPr sz="1800" b="1">
                <a:solidFill>
                  <a:srgbClr val="112E4D"/>
                </a:solidFill>
              </a:defRPr>
            </a:lvl5pPr>
            <a:lvl6pPr algn="l">
              <a:defRPr sz="1800" b="1">
                <a:solidFill>
                  <a:srgbClr val="112E4D"/>
                </a:solidFill>
              </a:defRPr>
            </a:lvl6pPr>
            <a:lvl7pPr algn="l">
              <a:defRPr sz="1800" b="1">
                <a:solidFill>
                  <a:srgbClr val="112E4D"/>
                </a:solidFill>
              </a:defRPr>
            </a:lvl7pPr>
            <a:lvl8pPr algn="l">
              <a:defRPr sz="1800" b="1">
                <a:solidFill>
                  <a:srgbClr val="112E4D"/>
                </a:solidFill>
              </a:defRPr>
            </a:lvl8pPr>
            <a:lvl9pPr algn="l">
              <a:defRPr sz="1800" b="1">
                <a:solidFill>
                  <a:srgbClr val="112E4D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12E4D"/>
                </a:solidFill>
              </a:defRPr>
            </a:pPr>
            <a:r>
              <a:rPr sz="1800" b="1">
                <a:solidFill>
                  <a:srgbClr val="112E4D"/>
                </a:solidFill>
              </a:rPr>
              <a:t>One database supports the app and the analysis. The Python workflow reads metadata, never document contents.</a:t>
            </a:r>
          </a:p>
        </p:txBody>
      </p:sp>
    </p:spTree>
    <p:extLst>
      <p:ext uri="{BB962C8B-B14F-4D97-AF65-F5344CB8AC3E}">
        <p14:creationId xmlns:p14="http://schemas.microsoft.com/office/powerpoint/2010/main" val="7703576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1DD530-26B2-4555-B922-1E88858F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700" b="1">
                <a:solidFill>
                  <a:srgbClr val="112E4D"/>
                </a:solidFill>
              </a:defRPr>
            </a:defPPr>
            <a:lvl1pPr algn="l">
              <a:defRPr sz="2700" b="1">
                <a:solidFill>
                  <a:srgbClr val="112E4D"/>
                </a:solidFill>
              </a:defRPr>
            </a:lvl1pPr>
            <a:lvl2pPr algn="l">
              <a:defRPr sz="2700" b="1">
                <a:solidFill>
                  <a:srgbClr val="112E4D"/>
                </a:solidFill>
              </a:defRPr>
            </a:lvl2pPr>
            <a:lvl3pPr algn="l">
              <a:defRPr sz="2700" b="1">
                <a:solidFill>
                  <a:srgbClr val="112E4D"/>
                </a:solidFill>
              </a:defRPr>
            </a:lvl3pPr>
            <a:lvl4pPr algn="l">
              <a:defRPr sz="2700" b="1">
                <a:solidFill>
                  <a:srgbClr val="112E4D"/>
                </a:solidFill>
              </a:defRPr>
            </a:lvl4pPr>
            <a:lvl5pPr algn="l">
              <a:defRPr sz="2700" b="1">
                <a:solidFill>
                  <a:srgbClr val="112E4D"/>
                </a:solidFill>
              </a:defRPr>
            </a:lvl5pPr>
            <a:lvl6pPr algn="l">
              <a:defRPr sz="2700" b="1">
                <a:solidFill>
                  <a:srgbClr val="112E4D"/>
                </a:solidFill>
              </a:defRPr>
            </a:lvl6pPr>
            <a:lvl7pPr algn="l">
              <a:defRPr sz="2700" b="1">
                <a:solidFill>
                  <a:srgbClr val="112E4D"/>
                </a:solidFill>
              </a:defRPr>
            </a:lvl7pPr>
            <a:lvl8pPr algn="l">
              <a:defRPr sz="2700" b="1">
                <a:solidFill>
                  <a:srgbClr val="112E4D"/>
                </a:solidFill>
              </a:defRPr>
            </a:lvl8pPr>
            <a:lvl9pPr algn="l">
              <a:defRPr sz="2700" b="1">
                <a:solidFill>
                  <a:srgbClr val="112E4D"/>
                </a:solidFill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12E4D"/>
                </a:solidFill>
              </a:defRPr>
            </a:pPr>
            <a:r>
              <a:rPr sz="2700" b="1">
                <a:solidFill>
                  <a:srgbClr val="112E4D"/>
                </a:solidFill>
              </a:rPr>
              <a:t>Document metadata in MongoDB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FCAEBA-3CD8-411A-9A9A-88A7F4D4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33475"/>
            <a:ext cx="10715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9EADC-1985-48E0-8769-72D09B751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531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26577"/>
                </a:solidFill>
              </a:defRPr>
            </a:defPPr>
            <a:lvl1pPr algn="l">
              <a:defRPr sz="1050" b="0">
                <a:solidFill>
                  <a:srgbClr val="526577"/>
                </a:solidFill>
              </a:defRPr>
            </a:lvl1pPr>
            <a:lvl2pPr algn="l">
              <a:defRPr sz="1050" b="0">
                <a:solidFill>
                  <a:srgbClr val="526577"/>
                </a:solidFill>
              </a:defRPr>
            </a:lvl2pPr>
            <a:lvl3pPr algn="l">
              <a:defRPr sz="1050" b="0">
                <a:solidFill>
                  <a:srgbClr val="526577"/>
                </a:solidFill>
              </a:defRPr>
            </a:lvl3pPr>
            <a:lvl4pPr algn="l">
              <a:defRPr sz="1050" b="0">
                <a:solidFill>
                  <a:srgbClr val="526577"/>
                </a:solidFill>
              </a:defRPr>
            </a:lvl4pPr>
            <a:lvl5pPr algn="l">
              <a:defRPr sz="1050" b="0">
                <a:solidFill>
                  <a:srgbClr val="526577"/>
                </a:solidFill>
              </a:defRPr>
            </a:lvl5pPr>
            <a:lvl6pPr algn="l">
              <a:defRPr sz="1050" b="0">
                <a:solidFill>
                  <a:srgbClr val="526577"/>
                </a:solidFill>
              </a:defRPr>
            </a:lvl6pPr>
            <a:lvl7pPr algn="l">
              <a:defRPr sz="1050" b="0">
                <a:solidFill>
                  <a:srgbClr val="526577"/>
                </a:solidFill>
              </a:defRPr>
            </a:lvl7pPr>
            <a:lvl8pPr algn="l">
              <a:defRPr sz="1050" b="0">
                <a:solidFill>
                  <a:srgbClr val="526577"/>
                </a:solidFill>
              </a:defRPr>
            </a:lvl8pPr>
            <a:lvl9pPr algn="l">
              <a:defRPr sz="1050" b="0">
                <a:solidFill>
                  <a:srgbClr val="526577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577"/>
                </a:solidFill>
              </a:defRPr>
            </a:pPr>
            <a:r>
              <a:rPr sz="1050" b="0">
                <a:solidFill>
                  <a:srgbClr val="526577"/>
                </a:solidFill>
              </a:rPr>
              <a:t>VaultX  /  MongoDB course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C30FE3-8D1E-4150-B3E0-92438889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3531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0">
                <a:solidFill>
                  <a:srgbClr val="526577"/>
                </a:solidFill>
              </a:defRPr>
            </a:defPPr>
            <a:lvl1pPr algn="r">
              <a:defRPr sz="1050" b="0">
                <a:solidFill>
                  <a:srgbClr val="526577"/>
                </a:solidFill>
              </a:defRPr>
            </a:lvl1pPr>
            <a:lvl2pPr algn="r">
              <a:defRPr sz="1050" b="0">
                <a:solidFill>
                  <a:srgbClr val="526577"/>
                </a:solidFill>
              </a:defRPr>
            </a:lvl2pPr>
            <a:lvl3pPr algn="r">
              <a:defRPr sz="1050" b="0">
                <a:solidFill>
                  <a:srgbClr val="526577"/>
                </a:solidFill>
              </a:defRPr>
            </a:lvl3pPr>
            <a:lvl4pPr algn="r">
              <a:defRPr sz="1050" b="0">
                <a:solidFill>
                  <a:srgbClr val="526577"/>
                </a:solidFill>
              </a:defRPr>
            </a:lvl4pPr>
            <a:lvl5pPr algn="r">
              <a:defRPr sz="1050" b="0">
                <a:solidFill>
                  <a:srgbClr val="526577"/>
                </a:solidFill>
              </a:defRPr>
            </a:lvl5pPr>
            <a:lvl6pPr algn="r">
              <a:defRPr sz="1050" b="0">
                <a:solidFill>
                  <a:srgbClr val="526577"/>
                </a:solidFill>
              </a:defRPr>
            </a:lvl6pPr>
            <a:lvl7pPr algn="r">
              <a:defRPr sz="1050" b="0">
                <a:solidFill>
                  <a:srgbClr val="526577"/>
                </a:solidFill>
              </a:defRPr>
            </a:lvl7pPr>
            <a:lvl8pPr algn="r">
              <a:defRPr sz="1050" b="0">
                <a:solidFill>
                  <a:srgbClr val="526577"/>
                </a:solidFill>
              </a:defRPr>
            </a:lvl8pPr>
            <a:lvl9pPr algn="r">
              <a:defRPr sz="1050" b="0">
                <a:solidFill>
                  <a:srgbClr val="526577"/>
                </a:solidFill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26577"/>
                </a:solidFill>
              </a:defRPr>
            </a:pPr>
            <a:r>
              <a:rPr sz="1050" b="0">
                <a:solidFill>
                  <a:srgbClr val="526577"/>
                </a:solidFill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B9BEF5-AEA5-4770-8943-003B921D6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287A77"/>
                </a:solidFill>
              </a:defRPr>
            </a:defPPr>
            <a:lvl1pPr algn="l">
              <a:defRPr sz="2025" b="1">
                <a:solidFill>
                  <a:srgbClr val="287A77"/>
                </a:solidFill>
              </a:defRPr>
            </a:lvl1pPr>
            <a:lvl2pPr algn="l">
              <a:defRPr sz="2025" b="1">
                <a:solidFill>
                  <a:srgbClr val="287A77"/>
                </a:solidFill>
              </a:defRPr>
            </a:lvl2pPr>
            <a:lvl3pPr algn="l">
              <a:defRPr sz="2025" b="1">
                <a:solidFill>
                  <a:srgbClr val="287A77"/>
                </a:solidFill>
              </a:defRPr>
            </a:lvl3pPr>
            <a:lvl4pPr algn="l">
              <a:defRPr sz="2025" b="1">
                <a:solidFill>
                  <a:srgbClr val="287A77"/>
                </a:solidFill>
              </a:defRPr>
            </a:lvl4pPr>
            <a:lvl5pPr algn="l">
              <a:defRPr sz="2025" b="1">
                <a:solidFill>
                  <a:srgbClr val="287A77"/>
                </a:solidFill>
              </a:defRPr>
            </a:lvl5pPr>
            <a:lvl6pPr algn="l">
              <a:defRPr sz="2025" b="1">
                <a:solidFill>
                  <a:srgbClr val="287A77"/>
                </a:solidFill>
              </a:defRPr>
            </a:lvl6pPr>
            <a:lvl7pPr algn="l">
              <a:defRPr sz="2025" b="1">
                <a:solidFill>
                  <a:srgbClr val="287A77"/>
                </a:solidFill>
              </a:defRPr>
            </a:lvl7pPr>
            <a:lvl8pPr algn="l">
              <a:defRPr sz="2025" b="1">
                <a:solidFill>
                  <a:srgbClr val="287A77"/>
                </a:solidFill>
              </a:defRPr>
            </a:lvl8pPr>
            <a:lvl9pPr algn="l">
              <a:defRPr sz="2025" b="1">
                <a:solidFill>
                  <a:srgbClr val="287A77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87A77"/>
                </a:solidFill>
              </a:defRPr>
            </a:pPr>
            <a:r>
              <a:rPr sz="2025" b="1">
                <a:solidFill>
                  <a:srgbClr val="287A77"/>
                </a:solidFill>
              </a:rPr>
              <a:t>files collection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E46C99-E213-49F7-B37A-2F3400020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419100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1D2B38"/>
                </a:solidFill>
              </a:defRPr>
            </a:defPPr>
            <a:lvl1pPr algn="l">
              <a:defRPr sz="1875" b="0">
                <a:solidFill>
                  <a:srgbClr val="1D2B38"/>
                </a:solidFill>
              </a:defRPr>
            </a:lvl1pPr>
            <a:lvl2pPr algn="l">
              <a:defRPr sz="1875" b="0">
                <a:solidFill>
                  <a:srgbClr val="1D2B38"/>
                </a:solidFill>
              </a:defRPr>
            </a:lvl2pPr>
            <a:lvl3pPr algn="l">
              <a:defRPr sz="1875" b="0">
                <a:solidFill>
                  <a:srgbClr val="1D2B38"/>
                </a:solidFill>
              </a:defRPr>
            </a:lvl3pPr>
            <a:lvl4pPr algn="l">
              <a:defRPr sz="1875" b="0">
                <a:solidFill>
                  <a:srgbClr val="1D2B38"/>
                </a:solidFill>
              </a:defRPr>
            </a:lvl4pPr>
            <a:lvl5pPr algn="l">
              <a:defRPr sz="1875" b="0">
                <a:solidFill>
                  <a:srgbClr val="1D2B38"/>
                </a:solidFill>
              </a:defRPr>
            </a:lvl5pPr>
            <a:lvl6pPr algn="l">
              <a:defRPr sz="1875" b="0">
                <a:solidFill>
                  <a:srgbClr val="1D2B38"/>
                </a:solidFill>
              </a:defRPr>
            </a:lvl6pPr>
            <a:lvl7pPr algn="l">
              <a:defRPr sz="1875" b="0">
                <a:solidFill>
                  <a:srgbClr val="1D2B38"/>
                </a:solidFill>
              </a:defRPr>
            </a:lvl7pPr>
            <a:lvl8pPr algn="l">
              <a:defRPr sz="1875" b="0">
                <a:solidFill>
                  <a:srgbClr val="1D2B38"/>
                </a:solidFill>
              </a:defRPr>
            </a:lvl8pPr>
            <a:lvl9pPr algn="l">
              <a:defRPr sz="1875" b="0">
                <a:solidFill>
                  <a:srgbClr val="1D2B38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D2B38"/>
                </a:solidFill>
              </a:defRPr>
            </a:pPr>
            <a:r>
              <a:rPr sz="1875" b="0">
                <a:solidFill>
                  <a:srgbClr val="1D2B38"/>
                </a:solidFill>
              </a:rPr>
              <a:t>user</a:t>
            </a:r>
          </a:p>
          <a:p xmlns:a="http://schemas.openxmlformats.org/drawingml/2006/main">
            <a:pPr algn="l">
              <a:defRPr sz="1875" b="0">
                <a:solidFill>
                  <a:srgbClr val="1D2B38"/>
                </a:solidFill>
              </a:defRPr>
            </a:pPr>
            <a:r>
              <a:rPr sz="1875" b="0">
                <a:solidFill>
                  <a:srgbClr val="1D2B38"/>
                </a:solidFill>
              </a:rPr>
              <a:t>fileName</a:t>
            </a:r>
          </a:p>
          <a:p xmlns:a="http://schemas.openxmlformats.org/drawingml/2006/main">
            <a:pPr algn="l">
              <a:defRPr sz="1875" b="0">
                <a:solidFill>
                  <a:srgbClr val="1D2B38"/>
                </a:solidFill>
              </a:defRPr>
            </a:pPr>
            <a:r>
              <a:rPr sz="1875" b="0">
                <a:solidFill>
                  <a:srgbClr val="1D2B38"/>
                </a:solidFill>
              </a:rPr>
              <a:t>fileType</a:t>
            </a:r>
          </a:p>
          <a:p xmlns:a="http://schemas.openxmlformats.org/drawingml/2006/main">
            <a:pPr algn="l">
              <a:defRPr sz="1875" b="0">
                <a:solidFill>
                  <a:srgbClr val="1D2B38"/>
                </a:solidFill>
              </a:defRPr>
            </a:pPr>
            <a:r>
              <a:rPr sz="1875" b="0">
                <a:solidFill>
                  <a:srgbClr val="1D2B38"/>
                </a:solidFill>
              </a:rPr>
              <a:t>sizeBytes</a:t>
            </a:r>
          </a:p>
          <a:p xmlns:a="http://schemas.openxmlformats.org/drawingml/2006/main">
            <a:pPr algn="l">
              <a:defRPr sz="1875" b="0">
                <a:solidFill>
                  <a:srgbClr val="1D2B38"/>
                </a:solidFill>
              </a:defRPr>
            </a:pPr>
            <a:r>
              <a:rPr sz="1875" b="0">
                <a:solidFill>
                  <a:srgbClr val="1D2B38"/>
                </a:solidFill>
              </a:rPr>
              <a:t>isFolder</a:t>
            </a:r>
          </a:p>
          <a:p xmlns:a="http://schemas.openxmlformats.org/drawingml/2006/main">
            <a:pPr algn="l">
              <a:defRPr sz="1875" b="0">
                <a:solidFill>
                  <a:srgbClr val="1D2B38"/>
                </a:solidFill>
              </a:defRPr>
            </a:pPr>
            <a:r>
              <a:rPr sz="1875" b="0">
                <a:solidFill>
                  <a:srgbClr val="1D2B38"/>
                </a:solidFill>
              </a:rPr>
              <a:t>parentId</a:t>
            </a:r>
          </a:p>
          <a:p xmlns:a="http://schemas.openxmlformats.org/drawingml/2006/main">
            <a:pPr algn="l">
              <a:defRPr sz="1875" b="0">
                <a:solidFill>
                  <a:srgbClr val="1D2B38"/>
                </a:solidFill>
              </a:defRPr>
            </a:pPr>
            <a:r>
              <a:rPr sz="1875" b="0">
                <a:solidFill>
                  <a:srgbClr val="1D2B38"/>
                </a:solidFill>
              </a:rPr>
              <a:t>createdAt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DB9A24-1E69-428E-BE59-6D726C36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571625"/>
            <a:ext cx="542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112E4D"/>
                </a:solidFill>
              </a:defRPr>
            </a:defPPr>
            <a:lvl1pPr algn="l">
              <a:defRPr sz="2025" b="1">
                <a:solidFill>
                  <a:srgbClr val="112E4D"/>
                </a:solidFill>
              </a:defRPr>
            </a:lvl1pPr>
            <a:lvl2pPr algn="l">
              <a:defRPr sz="2025" b="1">
                <a:solidFill>
                  <a:srgbClr val="112E4D"/>
                </a:solidFill>
              </a:defRPr>
            </a:lvl2pPr>
            <a:lvl3pPr algn="l">
              <a:defRPr sz="2025" b="1">
                <a:solidFill>
                  <a:srgbClr val="112E4D"/>
                </a:solidFill>
              </a:defRPr>
            </a:lvl3pPr>
            <a:lvl4pPr algn="l">
              <a:defRPr sz="2025" b="1">
                <a:solidFill>
                  <a:srgbClr val="112E4D"/>
                </a:solidFill>
              </a:defRPr>
            </a:lvl4pPr>
            <a:lvl5pPr algn="l">
              <a:defRPr sz="2025" b="1">
                <a:solidFill>
                  <a:srgbClr val="112E4D"/>
                </a:solidFill>
              </a:defRPr>
            </a:lvl5pPr>
            <a:lvl6pPr algn="l">
              <a:defRPr sz="2025" b="1">
                <a:solidFill>
                  <a:srgbClr val="112E4D"/>
                </a:solidFill>
              </a:defRPr>
            </a:lvl6pPr>
            <a:lvl7pPr algn="l">
              <a:defRPr sz="2025" b="1">
                <a:solidFill>
                  <a:srgbClr val="112E4D"/>
                </a:solidFill>
              </a:defRPr>
            </a:lvl7pPr>
            <a:lvl8pPr algn="l">
              <a:defRPr sz="2025" b="1">
                <a:solidFill>
                  <a:srgbClr val="112E4D"/>
                </a:solidFill>
              </a:defRPr>
            </a:lvl8pPr>
            <a:lvl9pPr algn="l">
              <a:defRPr sz="2025" b="1">
                <a:solidFill>
                  <a:srgbClr val="112E4D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12E4D"/>
                </a:solidFill>
              </a:defRPr>
            </a:pPr>
            <a:r>
              <a:rPr sz="2025" b="1">
                <a:solidFill>
                  <a:srgbClr val="112E4D"/>
                </a:solidFill>
              </a:rPr>
              <a:t>Each file record links to its owner and parent folder.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2EFF66-FEA1-44DB-A8CA-22BD2DC3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05125"/>
            <a:ext cx="54292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1D2B38"/>
                </a:solidFill>
              </a:defRPr>
            </a:defPPr>
            <a:lvl1pPr algn="l">
              <a:defRPr sz="1725" b="0">
                <a:solidFill>
                  <a:srgbClr val="1D2B38"/>
                </a:solidFill>
              </a:defRPr>
            </a:lvl1pPr>
            <a:lvl2pPr algn="l">
              <a:defRPr sz="1725" b="0">
                <a:solidFill>
                  <a:srgbClr val="1D2B38"/>
                </a:solidFill>
              </a:defRPr>
            </a:lvl2pPr>
            <a:lvl3pPr algn="l">
              <a:defRPr sz="1725" b="0">
                <a:solidFill>
                  <a:srgbClr val="1D2B38"/>
                </a:solidFill>
              </a:defRPr>
            </a:lvl3pPr>
            <a:lvl4pPr algn="l">
              <a:defRPr sz="1725" b="0">
                <a:solidFill>
                  <a:srgbClr val="1D2B38"/>
                </a:solidFill>
              </a:defRPr>
            </a:lvl4pPr>
            <a:lvl5pPr algn="l">
              <a:defRPr sz="1725" b="0">
                <a:solidFill>
                  <a:srgbClr val="1D2B38"/>
                </a:solidFill>
              </a:defRPr>
            </a:lvl5pPr>
            <a:lvl6pPr algn="l">
              <a:defRPr sz="1725" b="0">
                <a:solidFill>
                  <a:srgbClr val="1D2B38"/>
                </a:solidFill>
              </a:defRPr>
            </a:lvl6pPr>
            <a:lvl7pPr algn="l">
              <a:defRPr sz="1725" b="0">
                <a:solidFill>
                  <a:srgbClr val="1D2B38"/>
                </a:solidFill>
              </a:defRPr>
            </a:lvl7pPr>
            <a:lvl8pPr algn="l">
              <a:defRPr sz="1725" b="0">
                <a:solidFill>
                  <a:srgbClr val="1D2B38"/>
                </a:solidFill>
              </a:defRPr>
            </a:lvl8pPr>
            <a:lvl9pPr algn="l">
              <a:defRPr sz="1725" b="0">
                <a:solidFill>
                  <a:srgbClr val="1D2B38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D2B38"/>
                </a:solidFill>
              </a:defRPr>
            </a:pPr>
            <a:r>
              <a:rPr sz="1725" b="0">
                <a:solidFill>
                  <a:srgbClr val="1D2B38"/>
                </a:solidFill>
              </a:rPr>
              <a:t>sizeBytes is numeric, so storage totals and model inputs use a consistent unit.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24566E-2674-4B4C-A505-EBCC3B290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276725"/>
            <a:ext cx="5429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1D2B38"/>
                </a:solidFill>
              </a:defRPr>
            </a:defPPr>
            <a:lvl1pPr algn="l">
              <a:defRPr sz="1725" b="0">
                <a:solidFill>
                  <a:srgbClr val="1D2B38"/>
                </a:solidFill>
              </a:defRPr>
            </a:lvl1pPr>
            <a:lvl2pPr algn="l">
              <a:defRPr sz="1725" b="0">
                <a:solidFill>
                  <a:srgbClr val="1D2B38"/>
                </a:solidFill>
              </a:defRPr>
            </a:lvl2pPr>
            <a:lvl3pPr algn="l">
              <a:defRPr sz="1725" b="0">
                <a:solidFill>
                  <a:srgbClr val="1D2B38"/>
                </a:solidFill>
              </a:defRPr>
            </a:lvl3pPr>
            <a:lvl4pPr algn="l">
              <a:defRPr sz="1725" b="0">
                <a:solidFill>
                  <a:srgbClr val="1D2B38"/>
                </a:solidFill>
              </a:defRPr>
            </a:lvl4pPr>
            <a:lvl5pPr algn="l">
              <a:defRPr sz="1725" b="0">
                <a:solidFill>
                  <a:srgbClr val="1D2B38"/>
                </a:solidFill>
              </a:defRPr>
            </a:lvl5pPr>
            <a:lvl6pPr algn="l">
              <a:defRPr sz="1725" b="0">
                <a:solidFill>
                  <a:srgbClr val="1D2B38"/>
                </a:solidFill>
              </a:defRPr>
            </a:lvl6pPr>
            <a:lvl7pPr algn="l">
              <a:defRPr sz="1725" b="0">
                <a:solidFill>
                  <a:srgbClr val="1D2B38"/>
                </a:solidFill>
              </a:defRPr>
            </a:lvl7pPr>
            <a:lvl8pPr algn="l">
              <a:defRPr sz="1725" b="0">
                <a:solidFill>
                  <a:srgbClr val="1D2B38"/>
                </a:solidFill>
              </a:defRPr>
            </a:lvl8pPr>
            <a:lvl9pPr algn="l">
              <a:defRPr sz="1725" b="0">
                <a:solidFill>
                  <a:srgbClr val="1D2B38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D2B38"/>
                </a:solidFill>
              </a:defRPr>
            </a:pPr>
            <a:r>
              <a:rPr sz="1725" b="0">
                <a:solidFill>
                  <a:srgbClr val="1D2B38"/>
                </a:solidFill>
              </a:rPr>
              <a:t>Folders have no file size and are excluded from training.</a:t>
            </a:r>
          </a:p>
        </p:txBody>
      </p:sp>
    </p:spTree>
    <p:extLst>
      <p:ext uri="{BB962C8B-B14F-4D97-AF65-F5344CB8AC3E}">
        <p14:creationId xmlns:p14="http://schemas.microsoft.com/office/powerpoint/2010/main" val="9116673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794DEE-13B7-497A-9C6F-EDC6B898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700" b="1">
                <a:solidFill>
                  <a:srgbClr val="112E4D"/>
                </a:solidFill>
              </a:defRPr>
            </a:defPPr>
            <a:lvl1pPr algn="l">
              <a:defRPr sz="2700" b="1">
                <a:solidFill>
                  <a:srgbClr val="112E4D"/>
                </a:solidFill>
              </a:defRPr>
            </a:lvl1pPr>
            <a:lvl2pPr algn="l">
              <a:defRPr sz="2700" b="1">
                <a:solidFill>
                  <a:srgbClr val="112E4D"/>
                </a:solidFill>
              </a:defRPr>
            </a:lvl2pPr>
            <a:lvl3pPr algn="l">
              <a:defRPr sz="2700" b="1">
                <a:solidFill>
                  <a:srgbClr val="112E4D"/>
                </a:solidFill>
              </a:defRPr>
            </a:lvl3pPr>
            <a:lvl4pPr algn="l">
              <a:defRPr sz="2700" b="1">
                <a:solidFill>
                  <a:srgbClr val="112E4D"/>
                </a:solidFill>
              </a:defRPr>
            </a:lvl4pPr>
            <a:lvl5pPr algn="l">
              <a:defRPr sz="2700" b="1">
                <a:solidFill>
                  <a:srgbClr val="112E4D"/>
                </a:solidFill>
              </a:defRPr>
            </a:lvl5pPr>
            <a:lvl6pPr algn="l">
              <a:defRPr sz="2700" b="1">
                <a:solidFill>
                  <a:srgbClr val="112E4D"/>
                </a:solidFill>
              </a:defRPr>
            </a:lvl6pPr>
            <a:lvl7pPr algn="l">
              <a:defRPr sz="2700" b="1">
                <a:solidFill>
                  <a:srgbClr val="112E4D"/>
                </a:solidFill>
              </a:defRPr>
            </a:lvl7pPr>
            <a:lvl8pPr algn="l">
              <a:defRPr sz="2700" b="1">
                <a:solidFill>
                  <a:srgbClr val="112E4D"/>
                </a:solidFill>
              </a:defRPr>
            </a:lvl8pPr>
            <a:lvl9pPr algn="l">
              <a:defRPr sz="2700" b="1">
                <a:solidFill>
                  <a:srgbClr val="112E4D"/>
                </a:solidFill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12E4D"/>
                </a:solidFill>
              </a:defRPr>
            </a:pPr>
            <a:r>
              <a:rPr sz="2700" b="1">
                <a:solidFill>
                  <a:srgbClr val="112E4D"/>
                </a:solidFill>
              </a:rPr>
              <a:t>PyMongo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593AE4-AF0A-4260-8839-F0786F713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33475"/>
            <a:ext cx="10715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186A76-C8CB-45E3-90BF-55BC61C83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531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26577"/>
                </a:solidFill>
              </a:defRPr>
            </a:defPPr>
            <a:lvl1pPr algn="l">
              <a:defRPr sz="1050" b="0">
                <a:solidFill>
                  <a:srgbClr val="526577"/>
                </a:solidFill>
              </a:defRPr>
            </a:lvl1pPr>
            <a:lvl2pPr algn="l">
              <a:defRPr sz="1050" b="0">
                <a:solidFill>
                  <a:srgbClr val="526577"/>
                </a:solidFill>
              </a:defRPr>
            </a:lvl2pPr>
            <a:lvl3pPr algn="l">
              <a:defRPr sz="1050" b="0">
                <a:solidFill>
                  <a:srgbClr val="526577"/>
                </a:solidFill>
              </a:defRPr>
            </a:lvl3pPr>
            <a:lvl4pPr algn="l">
              <a:defRPr sz="1050" b="0">
                <a:solidFill>
                  <a:srgbClr val="526577"/>
                </a:solidFill>
              </a:defRPr>
            </a:lvl4pPr>
            <a:lvl5pPr algn="l">
              <a:defRPr sz="1050" b="0">
                <a:solidFill>
                  <a:srgbClr val="526577"/>
                </a:solidFill>
              </a:defRPr>
            </a:lvl5pPr>
            <a:lvl6pPr algn="l">
              <a:defRPr sz="1050" b="0">
                <a:solidFill>
                  <a:srgbClr val="526577"/>
                </a:solidFill>
              </a:defRPr>
            </a:lvl6pPr>
            <a:lvl7pPr algn="l">
              <a:defRPr sz="1050" b="0">
                <a:solidFill>
                  <a:srgbClr val="526577"/>
                </a:solidFill>
              </a:defRPr>
            </a:lvl7pPr>
            <a:lvl8pPr algn="l">
              <a:defRPr sz="1050" b="0">
                <a:solidFill>
                  <a:srgbClr val="526577"/>
                </a:solidFill>
              </a:defRPr>
            </a:lvl8pPr>
            <a:lvl9pPr algn="l">
              <a:defRPr sz="1050" b="0">
                <a:solidFill>
                  <a:srgbClr val="526577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577"/>
                </a:solidFill>
              </a:defRPr>
            </a:pPr>
            <a:r>
              <a:rPr sz="1050" b="0">
                <a:solidFill>
                  <a:srgbClr val="526577"/>
                </a:solidFill>
              </a:rPr>
              <a:t>VaultX  /  MongoDB course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0D8D8A-C9B2-4F74-95BA-83804456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3531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0">
                <a:solidFill>
                  <a:srgbClr val="526577"/>
                </a:solidFill>
              </a:defRPr>
            </a:defPPr>
            <a:lvl1pPr algn="r">
              <a:defRPr sz="1050" b="0">
                <a:solidFill>
                  <a:srgbClr val="526577"/>
                </a:solidFill>
              </a:defRPr>
            </a:lvl1pPr>
            <a:lvl2pPr algn="r">
              <a:defRPr sz="1050" b="0">
                <a:solidFill>
                  <a:srgbClr val="526577"/>
                </a:solidFill>
              </a:defRPr>
            </a:lvl2pPr>
            <a:lvl3pPr algn="r">
              <a:defRPr sz="1050" b="0">
                <a:solidFill>
                  <a:srgbClr val="526577"/>
                </a:solidFill>
              </a:defRPr>
            </a:lvl3pPr>
            <a:lvl4pPr algn="r">
              <a:defRPr sz="1050" b="0">
                <a:solidFill>
                  <a:srgbClr val="526577"/>
                </a:solidFill>
              </a:defRPr>
            </a:lvl4pPr>
            <a:lvl5pPr algn="r">
              <a:defRPr sz="1050" b="0">
                <a:solidFill>
                  <a:srgbClr val="526577"/>
                </a:solidFill>
              </a:defRPr>
            </a:lvl5pPr>
            <a:lvl6pPr algn="r">
              <a:defRPr sz="1050" b="0">
                <a:solidFill>
                  <a:srgbClr val="526577"/>
                </a:solidFill>
              </a:defRPr>
            </a:lvl6pPr>
            <a:lvl7pPr algn="r">
              <a:defRPr sz="1050" b="0">
                <a:solidFill>
                  <a:srgbClr val="526577"/>
                </a:solidFill>
              </a:defRPr>
            </a:lvl7pPr>
            <a:lvl8pPr algn="r">
              <a:defRPr sz="1050" b="0">
                <a:solidFill>
                  <a:srgbClr val="526577"/>
                </a:solidFill>
              </a:defRPr>
            </a:lvl8pPr>
            <a:lvl9pPr algn="r">
              <a:defRPr sz="1050" b="0">
                <a:solidFill>
                  <a:srgbClr val="526577"/>
                </a:solidFill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26577"/>
                </a:solidFill>
              </a:defRPr>
            </a:pPr>
            <a:r>
              <a:rPr sz="1050" b="0">
                <a:solidFill>
                  <a:srgbClr val="526577"/>
                </a:solidFill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11055B-FCCC-4CAB-9EEE-55F883D1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287A77"/>
                </a:solidFill>
              </a:defRPr>
            </a:defPPr>
            <a:lvl1pPr algn="l">
              <a:defRPr sz="2025" b="1">
                <a:solidFill>
                  <a:srgbClr val="287A77"/>
                </a:solidFill>
              </a:defRPr>
            </a:lvl1pPr>
            <a:lvl2pPr algn="l">
              <a:defRPr sz="2025" b="1">
                <a:solidFill>
                  <a:srgbClr val="287A77"/>
                </a:solidFill>
              </a:defRPr>
            </a:lvl2pPr>
            <a:lvl3pPr algn="l">
              <a:defRPr sz="2025" b="1">
                <a:solidFill>
                  <a:srgbClr val="287A77"/>
                </a:solidFill>
              </a:defRPr>
            </a:lvl3pPr>
            <a:lvl4pPr algn="l">
              <a:defRPr sz="2025" b="1">
                <a:solidFill>
                  <a:srgbClr val="287A77"/>
                </a:solidFill>
              </a:defRPr>
            </a:lvl4pPr>
            <a:lvl5pPr algn="l">
              <a:defRPr sz="2025" b="1">
                <a:solidFill>
                  <a:srgbClr val="287A77"/>
                </a:solidFill>
              </a:defRPr>
            </a:lvl5pPr>
            <a:lvl6pPr algn="l">
              <a:defRPr sz="2025" b="1">
                <a:solidFill>
                  <a:srgbClr val="287A77"/>
                </a:solidFill>
              </a:defRPr>
            </a:lvl6pPr>
            <a:lvl7pPr algn="l">
              <a:defRPr sz="2025" b="1">
                <a:solidFill>
                  <a:srgbClr val="287A77"/>
                </a:solidFill>
              </a:defRPr>
            </a:lvl7pPr>
            <a:lvl8pPr algn="l">
              <a:defRPr sz="2025" b="1">
                <a:solidFill>
                  <a:srgbClr val="287A77"/>
                </a:solidFill>
              </a:defRPr>
            </a:lvl8pPr>
            <a:lvl9pPr algn="l">
              <a:defRPr sz="2025" b="1">
                <a:solidFill>
                  <a:srgbClr val="287A77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87A77"/>
                </a:solidFill>
              </a:defRPr>
            </a:pPr>
            <a:r>
              <a:rPr sz="2025" b="1">
                <a:solidFill>
                  <a:srgbClr val="287A77"/>
                </a:solidFill>
              </a:rPr>
              <a:t>Indexes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491EED-35CD-4A99-A891-CD1096DC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4572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1D2B38"/>
                </a:solidFill>
              </a:defRPr>
            </a:defPPr>
            <a:lvl1pPr algn="l">
              <a:defRPr sz="1800" b="0">
                <a:solidFill>
                  <a:srgbClr val="1D2B38"/>
                </a:solidFill>
              </a:defRPr>
            </a:lvl1pPr>
            <a:lvl2pPr algn="l">
              <a:defRPr sz="1800" b="0">
                <a:solidFill>
                  <a:srgbClr val="1D2B38"/>
                </a:solidFill>
              </a:defRPr>
            </a:lvl2pPr>
            <a:lvl3pPr algn="l">
              <a:defRPr sz="1800" b="0">
                <a:solidFill>
                  <a:srgbClr val="1D2B38"/>
                </a:solidFill>
              </a:defRPr>
            </a:lvl3pPr>
            <a:lvl4pPr algn="l">
              <a:defRPr sz="1800" b="0">
                <a:solidFill>
                  <a:srgbClr val="1D2B38"/>
                </a:solidFill>
              </a:defRPr>
            </a:lvl4pPr>
            <a:lvl5pPr algn="l">
              <a:defRPr sz="1800" b="0">
                <a:solidFill>
                  <a:srgbClr val="1D2B38"/>
                </a:solidFill>
              </a:defRPr>
            </a:lvl5pPr>
            <a:lvl6pPr algn="l">
              <a:defRPr sz="1800" b="0">
                <a:solidFill>
                  <a:srgbClr val="1D2B38"/>
                </a:solidFill>
              </a:defRPr>
            </a:lvl6pPr>
            <a:lvl7pPr algn="l">
              <a:defRPr sz="1800" b="0">
                <a:solidFill>
                  <a:srgbClr val="1D2B38"/>
                </a:solidFill>
              </a:defRPr>
            </a:lvl7pPr>
            <a:lvl8pPr algn="l">
              <a:defRPr sz="1800" b="0">
                <a:solidFill>
                  <a:srgbClr val="1D2B38"/>
                </a:solidFill>
              </a:defRPr>
            </a:lvl8pPr>
            <a:lvl9pPr algn="l">
              <a:defRPr sz="1800" b="0">
                <a:solidFill>
                  <a:srgbClr val="1D2B38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D2B38"/>
                </a:solidFill>
              </a:defRPr>
            </a:pPr>
            <a:r>
              <a:rPr sz="1800" b="0">
                <a:solidFill>
                  <a:srgbClr val="1D2B38"/>
                </a:solidFill>
              </a:rPr>
              <a:t>Owner + parent folder + date</a:t>
            </a:r>
          </a:p>
          <a:p xmlns:a="http://schemas.openxmlformats.org/drawingml/2006/main">
            <a:pPr algn="l">
              <a:defRPr sz="1800" b="0">
                <a:solidFill>
                  <a:srgbClr val="1D2B38"/>
                </a:solidFill>
              </a:defRPr>
            </a:pPr>
            <a:r>
              <a:rPr sz="1800" b="0">
                <a:solidFill>
                  <a:srgbClr val="1D2B38"/>
                </a:solidFill>
              </a:rPr>
              <a:t>Activity owner + date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0752B9-3D6A-401C-99D5-AD6E4CFA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8145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287A77"/>
                </a:solidFill>
              </a:defRPr>
            </a:defPPr>
            <a:lvl1pPr algn="l">
              <a:defRPr sz="2025" b="1">
                <a:solidFill>
                  <a:srgbClr val="287A77"/>
                </a:solidFill>
              </a:defRPr>
            </a:lvl1pPr>
            <a:lvl2pPr algn="l">
              <a:defRPr sz="2025" b="1">
                <a:solidFill>
                  <a:srgbClr val="287A77"/>
                </a:solidFill>
              </a:defRPr>
            </a:lvl2pPr>
            <a:lvl3pPr algn="l">
              <a:defRPr sz="2025" b="1">
                <a:solidFill>
                  <a:srgbClr val="287A77"/>
                </a:solidFill>
              </a:defRPr>
            </a:lvl3pPr>
            <a:lvl4pPr algn="l">
              <a:defRPr sz="2025" b="1">
                <a:solidFill>
                  <a:srgbClr val="287A77"/>
                </a:solidFill>
              </a:defRPr>
            </a:lvl4pPr>
            <a:lvl5pPr algn="l">
              <a:defRPr sz="2025" b="1">
                <a:solidFill>
                  <a:srgbClr val="287A77"/>
                </a:solidFill>
              </a:defRPr>
            </a:lvl5pPr>
            <a:lvl6pPr algn="l">
              <a:defRPr sz="2025" b="1">
                <a:solidFill>
                  <a:srgbClr val="287A77"/>
                </a:solidFill>
              </a:defRPr>
            </a:lvl6pPr>
            <a:lvl7pPr algn="l">
              <a:defRPr sz="2025" b="1">
                <a:solidFill>
                  <a:srgbClr val="287A77"/>
                </a:solidFill>
              </a:defRPr>
            </a:lvl7pPr>
            <a:lvl8pPr algn="l">
              <a:defRPr sz="2025" b="1">
                <a:solidFill>
                  <a:srgbClr val="287A77"/>
                </a:solidFill>
              </a:defRPr>
            </a:lvl8pPr>
            <a:lvl9pPr algn="l">
              <a:defRPr sz="2025" b="1">
                <a:solidFill>
                  <a:srgbClr val="287A77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87A77"/>
                </a:solidFill>
              </a:defRPr>
            </a:pPr>
            <a:r>
              <a:rPr sz="2025" b="1">
                <a:solidFill>
                  <a:srgbClr val="287A77"/>
                </a:solidFill>
              </a:rPr>
              <a:t>Aggregation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2B880D-82B2-420C-AA89-690BBF2AB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52950"/>
            <a:ext cx="471487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1D2B38"/>
                </a:solidFill>
              </a:defRPr>
            </a:defPPr>
            <a:lvl1pPr algn="l">
              <a:defRPr sz="1725" b="0">
                <a:solidFill>
                  <a:srgbClr val="1D2B38"/>
                </a:solidFill>
              </a:defRPr>
            </a:lvl1pPr>
            <a:lvl2pPr algn="l">
              <a:defRPr sz="1725" b="0">
                <a:solidFill>
                  <a:srgbClr val="1D2B38"/>
                </a:solidFill>
              </a:defRPr>
            </a:lvl2pPr>
            <a:lvl3pPr algn="l">
              <a:defRPr sz="1725" b="0">
                <a:solidFill>
                  <a:srgbClr val="1D2B38"/>
                </a:solidFill>
              </a:defRPr>
            </a:lvl3pPr>
            <a:lvl4pPr algn="l">
              <a:defRPr sz="1725" b="0">
                <a:solidFill>
                  <a:srgbClr val="1D2B38"/>
                </a:solidFill>
              </a:defRPr>
            </a:lvl4pPr>
            <a:lvl5pPr algn="l">
              <a:defRPr sz="1725" b="0">
                <a:solidFill>
                  <a:srgbClr val="1D2B38"/>
                </a:solidFill>
              </a:defRPr>
            </a:lvl5pPr>
            <a:lvl6pPr algn="l">
              <a:defRPr sz="1725" b="0">
                <a:solidFill>
                  <a:srgbClr val="1D2B38"/>
                </a:solidFill>
              </a:defRPr>
            </a:lvl6pPr>
            <a:lvl7pPr algn="l">
              <a:defRPr sz="1725" b="0">
                <a:solidFill>
                  <a:srgbClr val="1D2B38"/>
                </a:solidFill>
              </a:defRPr>
            </a:lvl7pPr>
            <a:lvl8pPr algn="l">
              <a:defRPr sz="1725" b="0">
                <a:solidFill>
                  <a:srgbClr val="1D2B38"/>
                </a:solidFill>
              </a:defRPr>
            </a:lvl8pPr>
            <a:lvl9pPr algn="l">
              <a:defRPr sz="1725" b="0">
                <a:solidFill>
                  <a:srgbClr val="1D2B38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D2B38"/>
                </a:solidFill>
              </a:defRPr>
            </a:pPr>
            <a:r>
              <a:rPr sz="1725" b="0">
                <a:solidFill>
                  <a:srgbClr val="1D2B38"/>
                </a:solidFill>
              </a:rPr>
              <a:t>Group files by MIME type to count records and sum or average bytes.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CC8023-5FA5-481B-A06E-FA4A912DA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581150"/>
            <a:ext cx="190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A1B37A-E7F6-402B-8605-FA3148FD7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581150"/>
            <a:ext cx="4333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287A77"/>
                </a:solidFill>
              </a:defRPr>
            </a:defPPr>
            <a:lvl1pPr algn="l">
              <a:defRPr sz="2025" b="1">
                <a:solidFill>
                  <a:srgbClr val="287A77"/>
                </a:solidFill>
              </a:defRPr>
            </a:lvl1pPr>
            <a:lvl2pPr algn="l">
              <a:defRPr sz="2025" b="1">
                <a:solidFill>
                  <a:srgbClr val="287A77"/>
                </a:solidFill>
              </a:defRPr>
            </a:lvl2pPr>
            <a:lvl3pPr algn="l">
              <a:defRPr sz="2025" b="1">
                <a:solidFill>
                  <a:srgbClr val="287A77"/>
                </a:solidFill>
              </a:defRPr>
            </a:lvl3pPr>
            <a:lvl4pPr algn="l">
              <a:defRPr sz="2025" b="1">
                <a:solidFill>
                  <a:srgbClr val="287A77"/>
                </a:solidFill>
              </a:defRPr>
            </a:lvl4pPr>
            <a:lvl5pPr algn="l">
              <a:defRPr sz="2025" b="1">
                <a:solidFill>
                  <a:srgbClr val="287A77"/>
                </a:solidFill>
              </a:defRPr>
            </a:lvl5pPr>
            <a:lvl6pPr algn="l">
              <a:defRPr sz="2025" b="1">
                <a:solidFill>
                  <a:srgbClr val="287A77"/>
                </a:solidFill>
              </a:defRPr>
            </a:lvl6pPr>
            <a:lvl7pPr algn="l">
              <a:defRPr sz="2025" b="1">
                <a:solidFill>
                  <a:srgbClr val="287A77"/>
                </a:solidFill>
              </a:defRPr>
            </a:lvl7pPr>
            <a:lvl8pPr algn="l">
              <a:defRPr sz="2025" b="1">
                <a:solidFill>
                  <a:srgbClr val="287A77"/>
                </a:solidFill>
              </a:defRPr>
            </a:lvl8pPr>
            <a:lvl9pPr algn="l">
              <a:defRPr sz="2025" b="1">
                <a:solidFill>
                  <a:srgbClr val="287A77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87A77"/>
                </a:solidFill>
              </a:defRPr>
            </a:pPr>
            <a:r>
              <a:rPr sz="2025" b="1">
                <a:solidFill>
                  <a:srgbClr val="287A77"/>
                </a:solidFill>
              </a:rPr>
              <a:t>Stored results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9285DB-95B0-4F45-9424-5C0CB287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62175"/>
            <a:ext cx="43338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1D2B38"/>
                </a:solidFill>
              </a:defRPr>
            </a:defPPr>
            <a:lvl1pPr algn="l">
              <a:defRPr sz="1800" b="0">
                <a:solidFill>
                  <a:srgbClr val="1D2B38"/>
                </a:solidFill>
              </a:defRPr>
            </a:lvl1pPr>
            <a:lvl2pPr algn="l">
              <a:defRPr sz="1800" b="0">
                <a:solidFill>
                  <a:srgbClr val="1D2B38"/>
                </a:solidFill>
              </a:defRPr>
            </a:lvl2pPr>
            <a:lvl3pPr algn="l">
              <a:defRPr sz="1800" b="0">
                <a:solidFill>
                  <a:srgbClr val="1D2B38"/>
                </a:solidFill>
              </a:defRPr>
            </a:lvl3pPr>
            <a:lvl4pPr algn="l">
              <a:defRPr sz="1800" b="0">
                <a:solidFill>
                  <a:srgbClr val="1D2B38"/>
                </a:solidFill>
              </a:defRPr>
            </a:lvl4pPr>
            <a:lvl5pPr algn="l">
              <a:defRPr sz="1800" b="0">
                <a:solidFill>
                  <a:srgbClr val="1D2B38"/>
                </a:solidFill>
              </a:defRPr>
            </a:lvl5pPr>
            <a:lvl6pPr algn="l">
              <a:defRPr sz="1800" b="0">
                <a:solidFill>
                  <a:srgbClr val="1D2B38"/>
                </a:solidFill>
              </a:defRPr>
            </a:lvl6pPr>
            <a:lvl7pPr algn="l">
              <a:defRPr sz="1800" b="0">
                <a:solidFill>
                  <a:srgbClr val="1D2B38"/>
                </a:solidFill>
              </a:defRPr>
            </a:lvl7pPr>
            <a:lvl8pPr algn="l">
              <a:defRPr sz="1800" b="0">
                <a:solidFill>
                  <a:srgbClr val="1D2B38"/>
                </a:solidFill>
              </a:defRPr>
            </a:lvl8pPr>
            <a:lvl9pPr algn="l">
              <a:defRPr sz="1800" b="0">
                <a:solidFill>
                  <a:srgbClr val="1D2B38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D2B38"/>
                </a:solidFill>
              </a:defRPr>
            </a:pPr>
            <a:r>
              <a:rPr sz="1800" b="0">
                <a:solidFill>
                  <a:srgbClr val="1D2B38"/>
                </a:solidFill>
              </a:rPr>
              <a:t>Mongo-backed training writes model metrics and source information to ml_model_runs.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71D133-4126-4C8A-B039-736D9FB6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429125"/>
            <a:ext cx="4333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1D2B38"/>
                </a:solidFill>
              </a:defRPr>
            </a:defPPr>
            <a:lvl1pPr algn="l">
              <a:defRPr sz="1650" b="0">
                <a:solidFill>
                  <a:srgbClr val="1D2B38"/>
                </a:solidFill>
              </a:defRPr>
            </a:lvl1pPr>
            <a:lvl2pPr algn="l">
              <a:defRPr sz="1650" b="0">
                <a:solidFill>
                  <a:srgbClr val="1D2B38"/>
                </a:solidFill>
              </a:defRPr>
            </a:lvl2pPr>
            <a:lvl3pPr algn="l">
              <a:defRPr sz="1650" b="0">
                <a:solidFill>
                  <a:srgbClr val="1D2B38"/>
                </a:solidFill>
              </a:defRPr>
            </a:lvl3pPr>
            <a:lvl4pPr algn="l">
              <a:defRPr sz="1650" b="0">
                <a:solidFill>
                  <a:srgbClr val="1D2B38"/>
                </a:solidFill>
              </a:defRPr>
            </a:lvl4pPr>
            <a:lvl5pPr algn="l">
              <a:defRPr sz="1650" b="0">
                <a:solidFill>
                  <a:srgbClr val="1D2B38"/>
                </a:solidFill>
              </a:defRPr>
            </a:lvl5pPr>
            <a:lvl6pPr algn="l">
              <a:defRPr sz="1650" b="0">
                <a:solidFill>
                  <a:srgbClr val="1D2B38"/>
                </a:solidFill>
              </a:defRPr>
            </a:lvl6pPr>
            <a:lvl7pPr algn="l">
              <a:defRPr sz="1650" b="0">
                <a:solidFill>
                  <a:srgbClr val="1D2B38"/>
                </a:solidFill>
              </a:defRPr>
            </a:lvl7pPr>
            <a:lvl8pPr algn="l">
              <a:defRPr sz="1650" b="0">
                <a:solidFill>
                  <a:srgbClr val="1D2B38"/>
                </a:solidFill>
              </a:defRPr>
            </a:lvl8pPr>
            <a:lvl9pPr algn="l">
              <a:defRPr sz="1650" b="0">
                <a:solidFill>
                  <a:srgbClr val="1D2B38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D2B38"/>
                </a:solidFill>
              </a:defRPr>
            </a:pPr>
            <a:r>
              <a:rPr sz="1650" b="0">
                <a:solidFill>
                  <a:srgbClr val="1D2B38"/>
                </a:solidFill>
              </a:rPr>
              <a:t>The check command pings MongoDB and reports whether real-data training is possible.</a:t>
            </a:r>
          </a:p>
        </p:txBody>
      </p:sp>
    </p:spTree>
    <p:extLst>
      <p:ext uri="{BB962C8B-B14F-4D97-AF65-F5344CB8AC3E}">
        <p14:creationId xmlns:p14="http://schemas.microsoft.com/office/powerpoint/2010/main" val="8951888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97D5F3-40D0-44D0-B0E1-EEDB65292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700" b="1">
                <a:solidFill>
                  <a:srgbClr val="112E4D"/>
                </a:solidFill>
              </a:defRPr>
            </a:defPPr>
            <a:lvl1pPr algn="l">
              <a:defRPr sz="2700" b="1">
                <a:solidFill>
                  <a:srgbClr val="112E4D"/>
                </a:solidFill>
              </a:defRPr>
            </a:lvl1pPr>
            <a:lvl2pPr algn="l">
              <a:defRPr sz="2700" b="1">
                <a:solidFill>
                  <a:srgbClr val="112E4D"/>
                </a:solidFill>
              </a:defRPr>
            </a:lvl2pPr>
            <a:lvl3pPr algn="l">
              <a:defRPr sz="2700" b="1">
                <a:solidFill>
                  <a:srgbClr val="112E4D"/>
                </a:solidFill>
              </a:defRPr>
            </a:lvl3pPr>
            <a:lvl4pPr algn="l">
              <a:defRPr sz="2700" b="1">
                <a:solidFill>
                  <a:srgbClr val="112E4D"/>
                </a:solidFill>
              </a:defRPr>
            </a:lvl4pPr>
            <a:lvl5pPr algn="l">
              <a:defRPr sz="2700" b="1">
                <a:solidFill>
                  <a:srgbClr val="112E4D"/>
                </a:solidFill>
              </a:defRPr>
            </a:lvl5pPr>
            <a:lvl6pPr algn="l">
              <a:defRPr sz="2700" b="1">
                <a:solidFill>
                  <a:srgbClr val="112E4D"/>
                </a:solidFill>
              </a:defRPr>
            </a:lvl6pPr>
            <a:lvl7pPr algn="l">
              <a:defRPr sz="2700" b="1">
                <a:solidFill>
                  <a:srgbClr val="112E4D"/>
                </a:solidFill>
              </a:defRPr>
            </a:lvl7pPr>
            <a:lvl8pPr algn="l">
              <a:defRPr sz="2700" b="1">
                <a:solidFill>
                  <a:srgbClr val="112E4D"/>
                </a:solidFill>
              </a:defRPr>
            </a:lvl8pPr>
            <a:lvl9pPr algn="l">
              <a:defRPr sz="2700" b="1">
                <a:solidFill>
                  <a:srgbClr val="112E4D"/>
                </a:solidFill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12E4D"/>
                </a:solidFill>
              </a:defRPr>
            </a:pPr>
            <a:r>
              <a:rPr sz="2700" b="1">
                <a:solidFill>
                  <a:srgbClr val="112E4D"/>
                </a:solidFill>
              </a:rPr>
              <a:t>Dataset used for the class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6CD144-4D87-4BB3-AF09-73894DF1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33475"/>
            <a:ext cx="10715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D606BA-7D33-49AD-AA1A-686D9921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531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26577"/>
                </a:solidFill>
              </a:defRPr>
            </a:defPPr>
            <a:lvl1pPr algn="l">
              <a:defRPr sz="1050" b="0">
                <a:solidFill>
                  <a:srgbClr val="526577"/>
                </a:solidFill>
              </a:defRPr>
            </a:lvl1pPr>
            <a:lvl2pPr algn="l">
              <a:defRPr sz="1050" b="0">
                <a:solidFill>
                  <a:srgbClr val="526577"/>
                </a:solidFill>
              </a:defRPr>
            </a:lvl2pPr>
            <a:lvl3pPr algn="l">
              <a:defRPr sz="1050" b="0">
                <a:solidFill>
                  <a:srgbClr val="526577"/>
                </a:solidFill>
              </a:defRPr>
            </a:lvl3pPr>
            <a:lvl4pPr algn="l">
              <a:defRPr sz="1050" b="0">
                <a:solidFill>
                  <a:srgbClr val="526577"/>
                </a:solidFill>
              </a:defRPr>
            </a:lvl4pPr>
            <a:lvl5pPr algn="l">
              <a:defRPr sz="1050" b="0">
                <a:solidFill>
                  <a:srgbClr val="526577"/>
                </a:solidFill>
              </a:defRPr>
            </a:lvl5pPr>
            <a:lvl6pPr algn="l">
              <a:defRPr sz="1050" b="0">
                <a:solidFill>
                  <a:srgbClr val="526577"/>
                </a:solidFill>
              </a:defRPr>
            </a:lvl6pPr>
            <a:lvl7pPr algn="l">
              <a:defRPr sz="1050" b="0">
                <a:solidFill>
                  <a:srgbClr val="526577"/>
                </a:solidFill>
              </a:defRPr>
            </a:lvl7pPr>
            <a:lvl8pPr algn="l">
              <a:defRPr sz="1050" b="0">
                <a:solidFill>
                  <a:srgbClr val="526577"/>
                </a:solidFill>
              </a:defRPr>
            </a:lvl8pPr>
            <a:lvl9pPr algn="l">
              <a:defRPr sz="1050" b="0">
                <a:solidFill>
                  <a:srgbClr val="526577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577"/>
                </a:solidFill>
              </a:defRPr>
            </a:pPr>
            <a:r>
              <a:rPr sz="1050" b="0">
                <a:solidFill>
                  <a:srgbClr val="526577"/>
                </a:solidFill>
              </a:rPr>
              <a:t>VaultX  /  MongoDB course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6D277D-8250-4690-95D9-7B809E4DB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3531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0">
                <a:solidFill>
                  <a:srgbClr val="526577"/>
                </a:solidFill>
              </a:defRPr>
            </a:defPPr>
            <a:lvl1pPr algn="r">
              <a:defRPr sz="1050" b="0">
                <a:solidFill>
                  <a:srgbClr val="526577"/>
                </a:solidFill>
              </a:defRPr>
            </a:lvl1pPr>
            <a:lvl2pPr algn="r">
              <a:defRPr sz="1050" b="0">
                <a:solidFill>
                  <a:srgbClr val="526577"/>
                </a:solidFill>
              </a:defRPr>
            </a:lvl2pPr>
            <a:lvl3pPr algn="r">
              <a:defRPr sz="1050" b="0">
                <a:solidFill>
                  <a:srgbClr val="526577"/>
                </a:solidFill>
              </a:defRPr>
            </a:lvl3pPr>
            <a:lvl4pPr algn="r">
              <a:defRPr sz="1050" b="0">
                <a:solidFill>
                  <a:srgbClr val="526577"/>
                </a:solidFill>
              </a:defRPr>
            </a:lvl4pPr>
            <a:lvl5pPr algn="r">
              <a:defRPr sz="1050" b="0">
                <a:solidFill>
                  <a:srgbClr val="526577"/>
                </a:solidFill>
              </a:defRPr>
            </a:lvl5pPr>
            <a:lvl6pPr algn="r">
              <a:defRPr sz="1050" b="0">
                <a:solidFill>
                  <a:srgbClr val="526577"/>
                </a:solidFill>
              </a:defRPr>
            </a:lvl6pPr>
            <a:lvl7pPr algn="r">
              <a:defRPr sz="1050" b="0">
                <a:solidFill>
                  <a:srgbClr val="526577"/>
                </a:solidFill>
              </a:defRPr>
            </a:lvl7pPr>
            <a:lvl8pPr algn="r">
              <a:defRPr sz="1050" b="0">
                <a:solidFill>
                  <a:srgbClr val="526577"/>
                </a:solidFill>
              </a:defRPr>
            </a:lvl8pPr>
            <a:lvl9pPr algn="r">
              <a:defRPr sz="1050" b="0">
                <a:solidFill>
                  <a:srgbClr val="526577"/>
                </a:solidFill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26577"/>
                </a:solidFill>
              </a:defRPr>
            </a:pPr>
            <a:r>
              <a:rPr sz="1050" b="0">
                <a:solidFill>
                  <a:srgbClr val="526577"/>
                </a:solidFill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8CB4CF-5651-470F-8CB5-F2769A66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36671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6000" b="1">
                <a:solidFill>
                  <a:srgbClr val="112E4D"/>
                </a:solidFill>
              </a:defRPr>
            </a:defPPr>
            <a:lvl1pPr algn="l">
              <a:defRPr sz="6000" b="1">
                <a:solidFill>
                  <a:srgbClr val="112E4D"/>
                </a:solidFill>
              </a:defRPr>
            </a:lvl1pPr>
            <a:lvl2pPr algn="l">
              <a:defRPr sz="6000" b="1">
                <a:solidFill>
                  <a:srgbClr val="112E4D"/>
                </a:solidFill>
              </a:defRPr>
            </a:lvl2pPr>
            <a:lvl3pPr algn="l">
              <a:defRPr sz="6000" b="1">
                <a:solidFill>
                  <a:srgbClr val="112E4D"/>
                </a:solidFill>
              </a:defRPr>
            </a:lvl3pPr>
            <a:lvl4pPr algn="l">
              <a:defRPr sz="6000" b="1">
                <a:solidFill>
                  <a:srgbClr val="112E4D"/>
                </a:solidFill>
              </a:defRPr>
            </a:lvl4pPr>
            <a:lvl5pPr algn="l">
              <a:defRPr sz="6000" b="1">
                <a:solidFill>
                  <a:srgbClr val="112E4D"/>
                </a:solidFill>
              </a:defRPr>
            </a:lvl5pPr>
            <a:lvl6pPr algn="l">
              <a:defRPr sz="6000" b="1">
                <a:solidFill>
                  <a:srgbClr val="112E4D"/>
                </a:solidFill>
              </a:defRPr>
            </a:lvl6pPr>
            <a:lvl7pPr algn="l">
              <a:defRPr sz="6000" b="1">
                <a:solidFill>
                  <a:srgbClr val="112E4D"/>
                </a:solidFill>
              </a:defRPr>
            </a:lvl7pPr>
            <a:lvl8pPr algn="l">
              <a:defRPr sz="6000" b="1">
                <a:solidFill>
                  <a:srgbClr val="112E4D"/>
                </a:solidFill>
              </a:defRPr>
            </a:lvl8pPr>
            <a:lvl9pPr algn="l">
              <a:defRPr sz="6000" b="1">
                <a:solidFill>
                  <a:srgbClr val="112E4D"/>
                </a:solidFill>
              </a:defRPr>
            </a:lvl9pPr>
          </a:lstStyle>
          <a:p xmlns:a="http://schemas.openxmlformats.org/drawingml/2006/main">
            <a:pPr algn="l">
              <a:defRPr sz="6000" b="1">
                <a:solidFill>
                  <a:srgbClr val="112E4D"/>
                </a:solidFill>
              </a:defRPr>
            </a:pPr>
            <a:r>
              <a:rPr sz="6000" b="1">
                <a:solidFill>
                  <a:srgbClr val="112E4D"/>
                </a:solidFill>
              </a:rPr>
              <a:t>600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FBD75C-7F5C-43C1-A393-2E2330C3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28900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1D2B38"/>
                </a:solidFill>
              </a:defRPr>
            </a:defPPr>
            <a:lvl1pPr algn="l">
              <a:defRPr sz="1875" b="0">
                <a:solidFill>
                  <a:srgbClr val="1D2B38"/>
                </a:solidFill>
              </a:defRPr>
            </a:lvl1pPr>
            <a:lvl2pPr algn="l">
              <a:defRPr sz="1875" b="0">
                <a:solidFill>
                  <a:srgbClr val="1D2B38"/>
                </a:solidFill>
              </a:defRPr>
            </a:lvl2pPr>
            <a:lvl3pPr algn="l">
              <a:defRPr sz="1875" b="0">
                <a:solidFill>
                  <a:srgbClr val="1D2B38"/>
                </a:solidFill>
              </a:defRPr>
            </a:lvl3pPr>
            <a:lvl4pPr algn="l">
              <a:defRPr sz="1875" b="0">
                <a:solidFill>
                  <a:srgbClr val="1D2B38"/>
                </a:solidFill>
              </a:defRPr>
            </a:lvl4pPr>
            <a:lvl5pPr algn="l">
              <a:defRPr sz="1875" b="0">
                <a:solidFill>
                  <a:srgbClr val="1D2B38"/>
                </a:solidFill>
              </a:defRPr>
            </a:lvl5pPr>
            <a:lvl6pPr algn="l">
              <a:defRPr sz="1875" b="0">
                <a:solidFill>
                  <a:srgbClr val="1D2B38"/>
                </a:solidFill>
              </a:defRPr>
            </a:lvl6pPr>
            <a:lvl7pPr algn="l">
              <a:defRPr sz="1875" b="0">
                <a:solidFill>
                  <a:srgbClr val="1D2B38"/>
                </a:solidFill>
              </a:defRPr>
            </a:lvl7pPr>
            <a:lvl8pPr algn="l">
              <a:defRPr sz="1875" b="0">
                <a:solidFill>
                  <a:srgbClr val="1D2B38"/>
                </a:solidFill>
              </a:defRPr>
            </a:lvl8pPr>
            <a:lvl9pPr algn="l">
              <a:defRPr sz="1875" b="0">
                <a:solidFill>
                  <a:srgbClr val="1D2B38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D2B38"/>
                </a:solidFill>
              </a:defRPr>
            </a:pPr>
            <a:r>
              <a:rPr sz="1875" b="0">
                <a:solidFill>
                  <a:srgbClr val="1D2B38"/>
                </a:solidFill>
              </a:rPr>
              <a:t>synthetic file records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203B2D-BEC9-4238-88A3-A5549BC1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4191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1D2B38"/>
                </a:solidFill>
              </a:defRPr>
            </a:defPPr>
            <a:lvl1pPr algn="l">
              <a:defRPr sz="1725" b="0">
                <a:solidFill>
                  <a:srgbClr val="1D2B38"/>
                </a:solidFill>
              </a:defRPr>
            </a:lvl1pPr>
            <a:lvl2pPr algn="l">
              <a:defRPr sz="1725" b="0">
                <a:solidFill>
                  <a:srgbClr val="1D2B38"/>
                </a:solidFill>
              </a:defRPr>
            </a:lvl2pPr>
            <a:lvl3pPr algn="l">
              <a:defRPr sz="1725" b="0">
                <a:solidFill>
                  <a:srgbClr val="1D2B38"/>
                </a:solidFill>
              </a:defRPr>
            </a:lvl3pPr>
            <a:lvl4pPr algn="l">
              <a:defRPr sz="1725" b="0">
                <a:solidFill>
                  <a:srgbClr val="1D2B38"/>
                </a:solidFill>
              </a:defRPr>
            </a:lvl4pPr>
            <a:lvl5pPr algn="l">
              <a:defRPr sz="1725" b="0">
                <a:solidFill>
                  <a:srgbClr val="1D2B38"/>
                </a:solidFill>
              </a:defRPr>
            </a:lvl5pPr>
            <a:lvl6pPr algn="l">
              <a:defRPr sz="1725" b="0">
                <a:solidFill>
                  <a:srgbClr val="1D2B38"/>
                </a:solidFill>
              </a:defRPr>
            </a:lvl6pPr>
            <a:lvl7pPr algn="l">
              <a:defRPr sz="1725" b="0">
                <a:solidFill>
                  <a:srgbClr val="1D2B38"/>
                </a:solidFill>
              </a:defRPr>
            </a:lvl7pPr>
            <a:lvl8pPr algn="l">
              <a:defRPr sz="1725" b="0">
                <a:solidFill>
                  <a:srgbClr val="1D2B38"/>
                </a:solidFill>
              </a:defRPr>
            </a:lvl8pPr>
            <a:lvl9pPr algn="l">
              <a:defRPr sz="1725" b="0">
                <a:solidFill>
                  <a:srgbClr val="1D2B38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D2B38"/>
                </a:solidFill>
              </a:defRPr>
            </a:pPr>
            <a:r>
              <a:rPr sz="1725" b="0">
                <a:solidFill>
                  <a:srgbClr val="1D2B38"/>
                </a:solidFill>
              </a:rPr>
              <a:t>PDF, DOCX, XLSX, JPEG, PNG and MP3 metadata. Random seed: 42.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320EFF-EF35-4512-9E62-3AF9CF8E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562100"/>
            <a:ext cx="1905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2FEE6F-2923-47FB-AA73-98797C3A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81150"/>
            <a:ext cx="5000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>
                <a:solidFill>
                  <a:srgbClr val="112E4D"/>
                </a:solidFill>
              </a:defRPr>
            </a:defPPr>
            <a:lvl1pPr algn="l">
              <a:defRPr sz="2250" b="1">
                <a:solidFill>
                  <a:srgbClr val="112E4D"/>
                </a:solidFill>
              </a:defRPr>
            </a:lvl1pPr>
            <a:lvl2pPr algn="l">
              <a:defRPr sz="2250" b="1">
                <a:solidFill>
                  <a:srgbClr val="112E4D"/>
                </a:solidFill>
              </a:defRPr>
            </a:lvl2pPr>
            <a:lvl3pPr algn="l">
              <a:defRPr sz="2250" b="1">
                <a:solidFill>
                  <a:srgbClr val="112E4D"/>
                </a:solidFill>
              </a:defRPr>
            </a:lvl3pPr>
            <a:lvl4pPr algn="l">
              <a:defRPr sz="2250" b="1">
                <a:solidFill>
                  <a:srgbClr val="112E4D"/>
                </a:solidFill>
              </a:defRPr>
            </a:lvl4pPr>
            <a:lvl5pPr algn="l">
              <a:defRPr sz="2250" b="1">
                <a:solidFill>
                  <a:srgbClr val="112E4D"/>
                </a:solidFill>
              </a:defRPr>
            </a:lvl5pPr>
            <a:lvl6pPr algn="l">
              <a:defRPr sz="2250" b="1">
                <a:solidFill>
                  <a:srgbClr val="112E4D"/>
                </a:solidFill>
              </a:defRPr>
            </a:lvl6pPr>
            <a:lvl7pPr algn="l">
              <a:defRPr sz="2250" b="1">
                <a:solidFill>
                  <a:srgbClr val="112E4D"/>
                </a:solidFill>
              </a:defRPr>
            </a:lvl7pPr>
            <a:lvl8pPr algn="l">
              <a:defRPr sz="2250" b="1">
                <a:solidFill>
                  <a:srgbClr val="112E4D"/>
                </a:solidFill>
              </a:defRPr>
            </a:lvl8pPr>
            <a:lvl9pPr algn="l">
              <a:defRPr sz="2250" b="1">
                <a:solidFill>
                  <a:srgbClr val="112E4D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12E4D"/>
                </a:solidFill>
              </a:defRPr>
            </a:pPr>
            <a:r>
              <a:rPr sz="2250" b="1">
                <a:solidFill>
                  <a:srgbClr val="112E4D"/>
                </a:solidFill>
              </a:rPr>
              <a:t>The demo collection stays separate from user files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487D93-75DE-452F-8FCF-C1D87BE1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62250"/>
            <a:ext cx="5000625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1D2B38"/>
                </a:solidFill>
              </a:defRPr>
            </a:defPPr>
            <a:lvl1pPr algn="l">
              <a:defRPr sz="1725" b="0">
                <a:solidFill>
                  <a:srgbClr val="1D2B38"/>
                </a:solidFill>
              </a:defRPr>
            </a:lvl1pPr>
            <a:lvl2pPr algn="l">
              <a:defRPr sz="1725" b="0">
                <a:solidFill>
                  <a:srgbClr val="1D2B38"/>
                </a:solidFill>
              </a:defRPr>
            </a:lvl2pPr>
            <a:lvl3pPr algn="l">
              <a:defRPr sz="1725" b="0">
                <a:solidFill>
                  <a:srgbClr val="1D2B38"/>
                </a:solidFill>
              </a:defRPr>
            </a:lvl3pPr>
            <a:lvl4pPr algn="l">
              <a:defRPr sz="1725" b="0">
                <a:solidFill>
                  <a:srgbClr val="1D2B38"/>
                </a:solidFill>
              </a:defRPr>
            </a:lvl4pPr>
            <a:lvl5pPr algn="l">
              <a:defRPr sz="1725" b="0">
                <a:solidFill>
                  <a:srgbClr val="1D2B38"/>
                </a:solidFill>
              </a:defRPr>
            </a:lvl5pPr>
            <a:lvl6pPr algn="l">
              <a:defRPr sz="1725" b="0">
                <a:solidFill>
                  <a:srgbClr val="1D2B38"/>
                </a:solidFill>
              </a:defRPr>
            </a:lvl6pPr>
            <a:lvl7pPr algn="l">
              <a:defRPr sz="1725" b="0">
                <a:solidFill>
                  <a:srgbClr val="1D2B38"/>
                </a:solidFill>
              </a:defRPr>
            </a:lvl7pPr>
            <a:lvl8pPr algn="l">
              <a:defRPr sz="1725" b="0">
                <a:solidFill>
                  <a:srgbClr val="1D2B38"/>
                </a:solidFill>
              </a:defRPr>
            </a:lvl8pPr>
            <a:lvl9pPr algn="l">
              <a:defRPr sz="1725" b="0">
                <a:solidFill>
                  <a:srgbClr val="1D2B38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D2B38"/>
                </a:solidFill>
              </a:defRPr>
            </a:pPr>
            <a:r>
              <a:rPr sz="1725" b="0">
                <a:solidFill>
                  <a:srgbClr val="1D2B38"/>
                </a:solidFill>
              </a:rPr>
              <a:t>Records can be upserted into ml_demo_files. The generated-only run produces the same data without connecting to MongoDB.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485586-EDD9-4839-A628-6B93DBFAE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625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287A77"/>
                </a:solidFill>
              </a:defRPr>
            </a:defPPr>
            <a:lvl1pPr algn="l">
              <a:defRPr sz="1425" b="1">
                <a:solidFill>
                  <a:srgbClr val="287A77"/>
                </a:solidFill>
              </a:defRPr>
            </a:lvl1pPr>
            <a:lvl2pPr algn="l">
              <a:defRPr sz="1425" b="1">
                <a:solidFill>
                  <a:srgbClr val="287A77"/>
                </a:solidFill>
              </a:defRPr>
            </a:lvl2pPr>
            <a:lvl3pPr algn="l">
              <a:defRPr sz="1425" b="1">
                <a:solidFill>
                  <a:srgbClr val="287A77"/>
                </a:solidFill>
              </a:defRPr>
            </a:lvl3pPr>
            <a:lvl4pPr algn="l">
              <a:defRPr sz="1425" b="1">
                <a:solidFill>
                  <a:srgbClr val="287A77"/>
                </a:solidFill>
              </a:defRPr>
            </a:lvl4pPr>
            <a:lvl5pPr algn="l">
              <a:defRPr sz="1425" b="1">
                <a:solidFill>
                  <a:srgbClr val="287A77"/>
                </a:solidFill>
              </a:defRPr>
            </a:lvl5pPr>
            <a:lvl6pPr algn="l">
              <a:defRPr sz="1425" b="1">
                <a:solidFill>
                  <a:srgbClr val="287A77"/>
                </a:solidFill>
              </a:defRPr>
            </a:lvl6pPr>
            <a:lvl7pPr algn="l">
              <a:defRPr sz="1425" b="1">
                <a:solidFill>
                  <a:srgbClr val="287A77"/>
                </a:solidFill>
              </a:defRPr>
            </a:lvl7pPr>
            <a:lvl8pPr algn="l">
              <a:defRPr sz="1425" b="1">
                <a:solidFill>
                  <a:srgbClr val="287A77"/>
                </a:solidFill>
              </a:defRPr>
            </a:lvl8pPr>
            <a:lvl9pPr algn="l">
              <a:defRPr sz="1425" b="1">
                <a:solidFill>
                  <a:srgbClr val="287A77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287A77"/>
                </a:solidFill>
              </a:defRPr>
            </a:pPr>
            <a:r>
              <a:rPr sz="1425" b="1">
                <a:solidFill>
                  <a:srgbClr val="287A77"/>
                </a:solidFill>
              </a:rPr>
              <a:t>No passwords, card data or file contents enter the model.</a:t>
            </a:r>
          </a:p>
        </p:txBody>
      </p:sp>
    </p:spTree>
    <p:extLst>
      <p:ext uri="{BB962C8B-B14F-4D97-AF65-F5344CB8AC3E}">
        <p14:creationId xmlns:p14="http://schemas.microsoft.com/office/powerpoint/2010/main" val="12208917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70FADC-839D-48B2-AE3D-D1411D31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700" b="1">
                <a:solidFill>
                  <a:srgbClr val="112E4D"/>
                </a:solidFill>
              </a:defRPr>
            </a:defPPr>
            <a:lvl1pPr algn="l">
              <a:defRPr sz="2700" b="1">
                <a:solidFill>
                  <a:srgbClr val="112E4D"/>
                </a:solidFill>
              </a:defRPr>
            </a:lvl1pPr>
            <a:lvl2pPr algn="l">
              <a:defRPr sz="2700" b="1">
                <a:solidFill>
                  <a:srgbClr val="112E4D"/>
                </a:solidFill>
              </a:defRPr>
            </a:lvl2pPr>
            <a:lvl3pPr algn="l">
              <a:defRPr sz="2700" b="1">
                <a:solidFill>
                  <a:srgbClr val="112E4D"/>
                </a:solidFill>
              </a:defRPr>
            </a:lvl3pPr>
            <a:lvl4pPr algn="l">
              <a:defRPr sz="2700" b="1">
                <a:solidFill>
                  <a:srgbClr val="112E4D"/>
                </a:solidFill>
              </a:defRPr>
            </a:lvl4pPr>
            <a:lvl5pPr algn="l">
              <a:defRPr sz="2700" b="1">
                <a:solidFill>
                  <a:srgbClr val="112E4D"/>
                </a:solidFill>
              </a:defRPr>
            </a:lvl5pPr>
            <a:lvl6pPr algn="l">
              <a:defRPr sz="2700" b="1">
                <a:solidFill>
                  <a:srgbClr val="112E4D"/>
                </a:solidFill>
              </a:defRPr>
            </a:lvl6pPr>
            <a:lvl7pPr algn="l">
              <a:defRPr sz="2700" b="1">
                <a:solidFill>
                  <a:srgbClr val="112E4D"/>
                </a:solidFill>
              </a:defRPr>
            </a:lvl7pPr>
            <a:lvl8pPr algn="l">
              <a:defRPr sz="2700" b="1">
                <a:solidFill>
                  <a:srgbClr val="112E4D"/>
                </a:solidFill>
              </a:defRPr>
            </a:lvl8pPr>
            <a:lvl9pPr algn="l">
              <a:defRPr sz="2700" b="1">
                <a:solidFill>
                  <a:srgbClr val="112E4D"/>
                </a:solidFill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12E4D"/>
                </a:solidFill>
              </a:defRPr>
            </a:pPr>
            <a:r>
              <a:rPr sz="2700" b="1">
                <a:solidFill>
                  <a:srgbClr val="112E4D"/>
                </a:solidFill>
              </a:rPr>
              <a:t>Preprocessing and test split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95C371-8B47-46AD-9985-924172A8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33475"/>
            <a:ext cx="10715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F403FB-A472-4BCE-9DD6-D10EA811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531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26577"/>
                </a:solidFill>
              </a:defRPr>
            </a:defPPr>
            <a:lvl1pPr algn="l">
              <a:defRPr sz="1050" b="0">
                <a:solidFill>
                  <a:srgbClr val="526577"/>
                </a:solidFill>
              </a:defRPr>
            </a:lvl1pPr>
            <a:lvl2pPr algn="l">
              <a:defRPr sz="1050" b="0">
                <a:solidFill>
                  <a:srgbClr val="526577"/>
                </a:solidFill>
              </a:defRPr>
            </a:lvl2pPr>
            <a:lvl3pPr algn="l">
              <a:defRPr sz="1050" b="0">
                <a:solidFill>
                  <a:srgbClr val="526577"/>
                </a:solidFill>
              </a:defRPr>
            </a:lvl3pPr>
            <a:lvl4pPr algn="l">
              <a:defRPr sz="1050" b="0">
                <a:solidFill>
                  <a:srgbClr val="526577"/>
                </a:solidFill>
              </a:defRPr>
            </a:lvl4pPr>
            <a:lvl5pPr algn="l">
              <a:defRPr sz="1050" b="0">
                <a:solidFill>
                  <a:srgbClr val="526577"/>
                </a:solidFill>
              </a:defRPr>
            </a:lvl5pPr>
            <a:lvl6pPr algn="l">
              <a:defRPr sz="1050" b="0">
                <a:solidFill>
                  <a:srgbClr val="526577"/>
                </a:solidFill>
              </a:defRPr>
            </a:lvl6pPr>
            <a:lvl7pPr algn="l">
              <a:defRPr sz="1050" b="0">
                <a:solidFill>
                  <a:srgbClr val="526577"/>
                </a:solidFill>
              </a:defRPr>
            </a:lvl7pPr>
            <a:lvl8pPr algn="l">
              <a:defRPr sz="1050" b="0">
                <a:solidFill>
                  <a:srgbClr val="526577"/>
                </a:solidFill>
              </a:defRPr>
            </a:lvl8pPr>
            <a:lvl9pPr algn="l">
              <a:defRPr sz="1050" b="0">
                <a:solidFill>
                  <a:srgbClr val="526577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577"/>
                </a:solidFill>
              </a:defRPr>
            </a:pPr>
            <a:r>
              <a:rPr sz="1050" b="0">
                <a:solidFill>
                  <a:srgbClr val="526577"/>
                </a:solidFill>
              </a:rPr>
              <a:t>VaultX  /  MongoDB course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8B5F40-1E62-43A5-AD40-E0D563B0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3531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0">
                <a:solidFill>
                  <a:srgbClr val="526577"/>
                </a:solidFill>
              </a:defRPr>
            </a:defPPr>
            <a:lvl1pPr algn="r">
              <a:defRPr sz="1050" b="0">
                <a:solidFill>
                  <a:srgbClr val="526577"/>
                </a:solidFill>
              </a:defRPr>
            </a:lvl1pPr>
            <a:lvl2pPr algn="r">
              <a:defRPr sz="1050" b="0">
                <a:solidFill>
                  <a:srgbClr val="526577"/>
                </a:solidFill>
              </a:defRPr>
            </a:lvl2pPr>
            <a:lvl3pPr algn="r">
              <a:defRPr sz="1050" b="0">
                <a:solidFill>
                  <a:srgbClr val="526577"/>
                </a:solidFill>
              </a:defRPr>
            </a:lvl3pPr>
            <a:lvl4pPr algn="r">
              <a:defRPr sz="1050" b="0">
                <a:solidFill>
                  <a:srgbClr val="526577"/>
                </a:solidFill>
              </a:defRPr>
            </a:lvl4pPr>
            <a:lvl5pPr algn="r">
              <a:defRPr sz="1050" b="0">
                <a:solidFill>
                  <a:srgbClr val="526577"/>
                </a:solidFill>
              </a:defRPr>
            </a:lvl5pPr>
            <a:lvl6pPr algn="r">
              <a:defRPr sz="1050" b="0">
                <a:solidFill>
                  <a:srgbClr val="526577"/>
                </a:solidFill>
              </a:defRPr>
            </a:lvl6pPr>
            <a:lvl7pPr algn="r">
              <a:defRPr sz="1050" b="0">
                <a:solidFill>
                  <a:srgbClr val="526577"/>
                </a:solidFill>
              </a:defRPr>
            </a:lvl7pPr>
            <a:lvl8pPr algn="r">
              <a:defRPr sz="1050" b="0">
                <a:solidFill>
                  <a:srgbClr val="526577"/>
                </a:solidFill>
              </a:defRPr>
            </a:lvl8pPr>
            <a:lvl9pPr algn="r">
              <a:defRPr sz="1050" b="0">
                <a:solidFill>
                  <a:srgbClr val="526577"/>
                </a:solidFill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26577"/>
                </a:solidFill>
              </a:defRPr>
            </a:pPr>
            <a:r>
              <a:rPr sz="1050" b="0">
                <a:solidFill>
                  <a:srgbClr val="526577"/>
                </a:solidFill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A5DCEC-A546-4F2F-91C8-B24C73AD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466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287A77"/>
                </a:solidFill>
              </a:defRPr>
            </a:defPPr>
            <a:lvl1pPr algn="l">
              <a:defRPr sz="2025" b="1">
                <a:solidFill>
                  <a:srgbClr val="287A77"/>
                </a:solidFill>
              </a:defRPr>
            </a:lvl1pPr>
            <a:lvl2pPr algn="l">
              <a:defRPr sz="2025" b="1">
                <a:solidFill>
                  <a:srgbClr val="287A77"/>
                </a:solidFill>
              </a:defRPr>
            </a:lvl2pPr>
            <a:lvl3pPr algn="l">
              <a:defRPr sz="2025" b="1">
                <a:solidFill>
                  <a:srgbClr val="287A77"/>
                </a:solidFill>
              </a:defRPr>
            </a:lvl3pPr>
            <a:lvl4pPr algn="l">
              <a:defRPr sz="2025" b="1">
                <a:solidFill>
                  <a:srgbClr val="287A77"/>
                </a:solidFill>
              </a:defRPr>
            </a:lvl4pPr>
            <a:lvl5pPr algn="l">
              <a:defRPr sz="2025" b="1">
                <a:solidFill>
                  <a:srgbClr val="287A77"/>
                </a:solidFill>
              </a:defRPr>
            </a:lvl5pPr>
            <a:lvl6pPr algn="l">
              <a:defRPr sz="2025" b="1">
                <a:solidFill>
                  <a:srgbClr val="287A77"/>
                </a:solidFill>
              </a:defRPr>
            </a:lvl6pPr>
            <a:lvl7pPr algn="l">
              <a:defRPr sz="2025" b="1">
                <a:solidFill>
                  <a:srgbClr val="287A77"/>
                </a:solidFill>
              </a:defRPr>
            </a:lvl7pPr>
            <a:lvl8pPr algn="l">
              <a:defRPr sz="2025" b="1">
                <a:solidFill>
                  <a:srgbClr val="287A77"/>
                </a:solidFill>
              </a:defRPr>
            </a:lvl8pPr>
            <a:lvl9pPr algn="l">
              <a:defRPr sz="2025" b="1">
                <a:solidFill>
                  <a:srgbClr val="287A77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87A77"/>
                </a:solidFill>
              </a:defRPr>
            </a:pPr>
            <a:r>
              <a:rPr sz="2025" b="1">
                <a:solidFill>
                  <a:srgbClr val="287A77"/>
                </a:solidFill>
              </a:rPr>
              <a:t>Inputs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B465C4-C4E9-4A54-9DEC-673ED659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4572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1D2B38"/>
                </a:solidFill>
              </a:defRPr>
            </a:defPPr>
            <a:lvl1pPr algn="l">
              <a:defRPr sz="1875" b="0">
                <a:solidFill>
                  <a:srgbClr val="1D2B38"/>
                </a:solidFill>
              </a:defRPr>
            </a:lvl1pPr>
            <a:lvl2pPr algn="l">
              <a:defRPr sz="1875" b="0">
                <a:solidFill>
                  <a:srgbClr val="1D2B38"/>
                </a:solidFill>
              </a:defRPr>
            </a:lvl2pPr>
            <a:lvl3pPr algn="l">
              <a:defRPr sz="1875" b="0">
                <a:solidFill>
                  <a:srgbClr val="1D2B38"/>
                </a:solidFill>
              </a:defRPr>
            </a:lvl3pPr>
            <a:lvl4pPr algn="l">
              <a:defRPr sz="1875" b="0">
                <a:solidFill>
                  <a:srgbClr val="1D2B38"/>
                </a:solidFill>
              </a:defRPr>
            </a:lvl4pPr>
            <a:lvl5pPr algn="l">
              <a:defRPr sz="1875" b="0">
                <a:solidFill>
                  <a:srgbClr val="1D2B38"/>
                </a:solidFill>
              </a:defRPr>
            </a:lvl5pPr>
            <a:lvl6pPr algn="l">
              <a:defRPr sz="1875" b="0">
                <a:solidFill>
                  <a:srgbClr val="1D2B38"/>
                </a:solidFill>
              </a:defRPr>
            </a:lvl6pPr>
            <a:lvl7pPr algn="l">
              <a:defRPr sz="1875" b="0">
                <a:solidFill>
                  <a:srgbClr val="1D2B38"/>
                </a:solidFill>
              </a:defRPr>
            </a:lvl7pPr>
            <a:lvl8pPr algn="l">
              <a:defRPr sz="1875" b="0">
                <a:solidFill>
                  <a:srgbClr val="1D2B38"/>
                </a:solidFill>
              </a:defRPr>
            </a:lvl8pPr>
            <a:lvl9pPr algn="l">
              <a:defRPr sz="1875" b="0">
                <a:solidFill>
                  <a:srgbClr val="1D2B38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D2B38"/>
                </a:solidFill>
              </a:defRPr>
            </a:pPr>
            <a:r>
              <a:rPr sz="1875" b="0">
                <a:solidFill>
                  <a:srgbClr val="1D2B38"/>
                </a:solidFill>
              </a:rPr>
              <a:t>MIME type</a:t>
            </a:r>
          </a:p>
          <a:p xmlns:a="http://schemas.openxmlformats.org/drawingml/2006/main">
            <a:pPr algn="l">
              <a:defRPr sz="1875" b="0">
                <a:solidFill>
                  <a:srgbClr val="1D2B38"/>
                </a:solidFill>
              </a:defRPr>
            </a:pPr>
            <a:r>
              <a:rPr sz="1875" b="0">
                <a:solidFill>
                  <a:srgbClr val="1D2B38"/>
                </a:solidFill>
              </a:rPr>
              <a:t>File extension</a:t>
            </a:r>
          </a:p>
          <a:p xmlns:a="http://schemas.openxmlformats.org/drawingml/2006/main">
            <a:pPr algn="l">
              <a:defRPr sz="1875" b="0">
                <a:solidFill>
                  <a:srgbClr val="1D2B38"/>
                </a:solidFill>
              </a:defRPr>
            </a:pPr>
            <a:r>
              <a:rPr sz="1875" b="0">
                <a:solidFill>
                  <a:srgbClr val="1D2B38"/>
                </a:solidFill>
              </a:rPr>
              <a:t>Filename length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320980-516B-4E81-8931-327214BC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81450"/>
            <a:ext cx="466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287A77"/>
                </a:solidFill>
              </a:defRPr>
            </a:defPPr>
            <a:lvl1pPr algn="l">
              <a:defRPr sz="2025" b="1">
                <a:solidFill>
                  <a:srgbClr val="287A77"/>
                </a:solidFill>
              </a:defRPr>
            </a:lvl1pPr>
            <a:lvl2pPr algn="l">
              <a:defRPr sz="2025" b="1">
                <a:solidFill>
                  <a:srgbClr val="287A77"/>
                </a:solidFill>
              </a:defRPr>
            </a:lvl2pPr>
            <a:lvl3pPr algn="l">
              <a:defRPr sz="2025" b="1">
                <a:solidFill>
                  <a:srgbClr val="287A77"/>
                </a:solidFill>
              </a:defRPr>
            </a:lvl3pPr>
            <a:lvl4pPr algn="l">
              <a:defRPr sz="2025" b="1">
                <a:solidFill>
                  <a:srgbClr val="287A77"/>
                </a:solidFill>
              </a:defRPr>
            </a:lvl4pPr>
            <a:lvl5pPr algn="l">
              <a:defRPr sz="2025" b="1">
                <a:solidFill>
                  <a:srgbClr val="287A77"/>
                </a:solidFill>
              </a:defRPr>
            </a:lvl5pPr>
            <a:lvl6pPr algn="l">
              <a:defRPr sz="2025" b="1">
                <a:solidFill>
                  <a:srgbClr val="287A77"/>
                </a:solidFill>
              </a:defRPr>
            </a:lvl6pPr>
            <a:lvl7pPr algn="l">
              <a:defRPr sz="2025" b="1">
                <a:solidFill>
                  <a:srgbClr val="287A77"/>
                </a:solidFill>
              </a:defRPr>
            </a:lvl7pPr>
            <a:lvl8pPr algn="l">
              <a:defRPr sz="2025" b="1">
                <a:solidFill>
                  <a:srgbClr val="287A77"/>
                </a:solidFill>
              </a:defRPr>
            </a:lvl8pPr>
            <a:lvl9pPr algn="l">
              <a:defRPr sz="2025" b="1">
                <a:solidFill>
                  <a:srgbClr val="287A77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87A77"/>
                </a:solidFill>
              </a:defRPr>
            </a:pPr>
            <a:r>
              <a:rPr sz="2025" b="1">
                <a:solidFill>
                  <a:srgbClr val="287A77"/>
                </a:solidFill>
              </a:rPr>
              <a:t>Targets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2CAE16-854F-4DC4-B4F4-8C25FDC2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457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1D2B38"/>
                </a:solidFill>
              </a:defRPr>
            </a:defPPr>
            <a:lvl1pPr algn="l">
              <a:defRPr sz="1800" b="0">
                <a:solidFill>
                  <a:srgbClr val="1D2B38"/>
                </a:solidFill>
              </a:defRPr>
            </a:lvl1pPr>
            <a:lvl2pPr algn="l">
              <a:defRPr sz="1800" b="0">
                <a:solidFill>
                  <a:srgbClr val="1D2B38"/>
                </a:solidFill>
              </a:defRPr>
            </a:lvl2pPr>
            <a:lvl3pPr algn="l">
              <a:defRPr sz="1800" b="0">
                <a:solidFill>
                  <a:srgbClr val="1D2B38"/>
                </a:solidFill>
              </a:defRPr>
            </a:lvl3pPr>
            <a:lvl4pPr algn="l">
              <a:defRPr sz="1800" b="0">
                <a:solidFill>
                  <a:srgbClr val="1D2B38"/>
                </a:solidFill>
              </a:defRPr>
            </a:lvl4pPr>
            <a:lvl5pPr algn="l">
              <a:defRPr sz="1800" b="0">
                <a:solidFill>
                  <a:srgbClr val="1D2B38"/>
                </a:solidFill>
              </a:defRPr>
            </a:lvl5pPr>
            <a:lvl6pPr algn="l">
              <a:defRPr sz="1800" b="0">
                <a:solidFill>
                  <a:srgbClr val="1D2B38"/>
                </a:solidFill>
              </a:defRPr>
            </a:lvl6pPr>
            <a:lvl7pPr algn="l">
              <a:defRPr sz="1800" b="0">
                <a:solidFill>
                  <a:srgbClr val="1D2B38"/>
                </a:solidFill>
              </a:defRPr>
            </a:lvl7pPr>
            <a:lvl8pPr algn="l">
              <a:defRPr sz="1800" b="0">
                <a:solidFill>
                  <a:srgbClr val="1D2B38"/>
                </a:solidFill>
              </a:defRPr>
            </a:lvl8pPr>
            <a:lvl9pPr algn="l">
              <a:defRPr sz="1800" b="0">
                <a:solidFill>
                  <a:srgbClr val="1D2B38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D2B38"/>
                </a:solidFill>
              </a:defRPr>
            </a:pPr>
            <a:r>
              <a:rPr sz="1800" b="0">
                <a:solidFill>
                  <a:srgbClr val="1D2B38"/>
                </a:solidFill>
              </a:rPr>
              <a:t>Size in MB</a:t>
            </a:r>
          </a:p>
          <a:p xmlns:a="http://schemas.openxmlformats.org/drawingml/2006/main">
            <a:pPr algn="l">
              <a:defRPr sz="1800" b="0">
                <a:solidFill>
                  <a:srgbClr val="1D2B38"/>
                </a:solidFill>
              </a:defRPr>
            </a:pPr>
            <a:r>
              <a:rPr sz="1800" b="0">
                <a:solidFill>
                  <a:srgbClr val="1D2B38"/>
                </a:solidFill>
              </a:rPr>
              <a:t>At least 5 MB: yes or no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A72200-DFE3-4FE3-A22B-0BDC464D8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552575"/>
            <a:ext cx="190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0BAF22-7157-411D-B18B-480BC2B8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609725"/>
            <a:ext cx="47148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00" b="1">
                <a:solidFill>
                  <a:srgbClr val="112E4D"/>
                </a:solidFill>
              </a:defRPr>
            </a:defPPr>
            <a:lvl1pPr algn="l">
              <a:defRPr sz="2400" b="1">
                <a:solidFill>
                  <a:srgbClr val="112E4D"/>
                </a:solidFill>
              </a:defRPr>
            </a:lvl1pPr>
            <a:lvl2pPr algn="l">
              <a:defRPr sz="2400" b="1">
                <a:solidFill>
                  <a:srgbClr val="112E4D"/>
                </a:solidFill>
              </a:defRPr>
            </a:lvl2pPr>
            <a:lvl3pPr algn="l">
              <a:defRPr sz="2400" b="1">
                <a:solidFill>
                  <a:srgbClr val="112E4D"/>
                </a:solidFill>
              </a:defRPr>
            </a:lvl3pPr>
            <a:lvl4pPr algn="l">
              <a:defRPr sz="2400" b="1">
                <a:solidFill>
                  <a:srgbClr val="112E4D"/>
                </a:solidFill>
              </a:defRPr>
            </a:lvl4pPr>
            <a:lvl5pPr algn="l">
              <a:defRPr sz="2400" b="1">
                <a:solidFill>
                  <a:srgbClr val="112E4D"/>
                </a:solidFill>
              </a:defRPr>
            </a:lvl5pPr>
            <a:lvl6pPr algn="l">
              <a:defRPr sz="2400" b="1">
                <a:solidFill>
                  <a:srgbClr val="112E4D"/>
                </a:solidFill>
              </a:defRPr>
            </a:lvl6pPr>
            <a:lvl7pPr algn="l">
              <a:defRPr sz="2400" b="1">
                <a:solidFill>
                  <a:srgbClr val="112E4D"/>
                </a:solidFill>
              </a:defRPr>
            </a:lvl7pPr>
            <a:lvl8pPr algn="l">
              <a:defRPr sz="2400" b="1">
                <a:solidFill>
                  <a:srgbClr val="112E4D"/>
                </a:solidFill>
              </a:defRPr>
            </a:lvl8pPr>
            <a:lvl9pPr algn="l">
              <a:defRPr sz="2400" b="1">
                <a:solidFill>
                  <a:srgbClr val="112E4D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12E4D"/>
                </a:solidFill>
              </a:defRPr>
            </a:pPr>
            <a:r>
              <a:rPr sz="2400" b="1">
                <a:solidFill>
                  <a:srgbClr val="112E4D"/>
                </a:solidFill>
              </a:rPr>
              <a:t>75% training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31FB03-3CA4-422F-B9CE-E7A219E0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219325"/>
            <a:ext cx="4667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526577"/>
                </a:solidFill>
              </a:defRPr>
            </a:defPPr>
            <a:lvl1pPr algn="l">
              <a:defRPr sz="1800" b="0">
                <a:solidFill>
                  <a:srgbClr val="526577"/>
                </a:solidFill>
              </a:defRPr>
            </a:lvl1pPr>
            <a:lvl2pPr algn="l">
              <a:defRPr sz="1800" b="0">
                <a:solidFill>
                  <a:srgbClr val="526577"/>
                </a:solidFill>
              </a:defRPr>
            </a:lvl2pPr>
            <a:lvl3pPr algn="l">
              <a:defRPr sz="1800" b="0">
                <a:solidFill>
                  <a:srgbClr val="526577"/>
                </a:solidFill>
              </a:defRPr>
            </a:lvl3pPr>
            <a:lvl4pPr algn="l">
              <a:defRPr sz="1800" b="0">
                <a:solidFill>
                  <a:srgbClr val="526577"/>
                </a:solidFill>
              </a:defRPr>
            </a:lvl4pPr>
            <a:lvl5pPr algn="l">
              <a:defRPr sz="1800" b="0">
                <a:solidFill>
                  <a:srgbClr val="526577"/>
                </a:solidFill>
              </a:defRPr>
            </a:lvl5pPr>
            <a:lvl6pPr algn="l">
              <a:defRPr sz="1800" b="0">
                <a:solidFill>
                  <a:srgbClr val="526577"/>
                </a:solidFill>
              </a:defRPr>
            </a:lvl6pPr>
            <a:lvl7pPr algn="l">
              <a:defRPr sz="1800" b="0">
                <a:solidFill>
                  <a:srgbClr val="526577"/>
                </a:solidFill>
              </a:defRPr>
            </a:lvl7pPr>
            <a:lvl8pPr algn="l">
              <a:defRPr sz="1800" b="0">
                <a:solidFill>
                  <a:srgbClr val="526577"/>
                </a:solidFill>
              </a:defRPr>
            </a:lvl8pPr>
            <a:lvl9pPr algn="l">
              <a:defRPr sz="1800" b="0">
                <a:solidFill>
                  <a:srgbClr val="526577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6577"/>
                </a:solidFill>
              </a:defRPr>
            </a:pPr>
            <a:r>
              <a:rPr sz="1800" b="0">
                <a:solidFill>
                  <a:srgbClr val="526577"/>
                </a:solidFill>
              </a:rPr>
              <a:t>450 records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8800E7-2456-461C-B391-CE32ED04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343275"/>
            <a:ext cx="47148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00" b="1">
                <a:solidFill>
                  <a:srgbClr val="112E4D"/>
                </a:solidFill>
              </a:defRPr>
            </a:defPPr>
            <a:lvl1pPr algn="l">
              <a:defRPr sz="2400" b="1">
                <a:solidFill>
                  <a:srgbClr val="112E4D"/>
                </a:solidFill>
              </a:defRPr>
            </a:lvl1pPr>
            <a:lvl2pPr algn="l">
              <a:defRPr sz="2400" b="1">
                <a:solidFill>
                  <a:srgbClr val="112E4D"/>
                </a:solidFill>
              </a:defRPr>
            </a:lvl2pPr>
            <a:lvl3pPr algn="l">
              <a:defRPr sz="2400" b="1">
                <a:solidFill>
                  <a:srgbClr val="112E4D"/>
                </a:solidFill>
              </a:defRPr>
            </a:lvl3pPr>
            <a:lvl4pPr algn="l">
              <a:defRPr sz="2400" b="1">
                <a:solidFill>
                  <a:srgbClr val="112E4D"/>
                </a:solidFill>
              </a:defRPr>
            </a:lvl4pPr>
            <a:lvl5pPr algn="l">
              <a:defRPr sz="2400" b="1">
                <a:solidFill>
                  <a:srgbClr val="112E4D"/>
                </a:solidFill>
              </a:defRPr>
            </a:lvl5pPr>
            <a:lvl6pPr algn="l">
              <a:defRPr sz="2400" b="1">
                <a:solidFill>
                  <a:srgbClr val="112E4D"/>
                </a:solidFill>
              </a:defRPr>
            </a:lvl6pPr>
            <a:lvl7pPr algn="l">
              <a:defRPr sz="2400" b="1">
                <a:solidFill>
                  <a:srgbClr val="112E4D"/>
                </a:solidFill>
              </a:defRPr>
            </a:lvl7pPr>
            <a:lvl8pPr algn="l">
              <a:defRPr sz="2400" b="1">
                <a:solidFill>
                  <a:srgbClr val="112E4D"/>
                </a:solidFill>
              </a:defRPr>
            </a:lvl8pPr>
            <a:lvl9pPr algn="l">
              <a:defRPr sz="2400" b="1">
                <a:solidFill>
                  <a:srgbClr val="112E4D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12E4D"/>
                </a:solidFill>
              </a:defRPr>
            </a:pPr>
            <a:r>
              <a:rPr sz="2400" b="1">
                <a:solidFill>
                  <a:srgbClr val="112E4D"/>
                </a:solidFill>
              </a:rPr>
              <a:t>25% held-out 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CADED8-1C2A-42A6-A10F-1FABB399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952875"/>
            <a:ext cx="4667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526577"/>
                </a:solidFill>
              </a:defRPr>
            </a:defPPr>
            <a:lvl1pPr algn="l">
              <a:defRPr sz="1800" b="0">
                <a:solidFill>
                  <a:srgbClr val="526577"/>
                </a:solidFill>
              </a:defRPr>
            </a:lvl1pPr>
            <a:lvl2pPr algn="l">
              <a:defRPr sz="1800" b="0">
                <a:solidFill>
                  <a:srgbClr val="526577"/>
                </a:solidFill>
              </a:defRPr>
            </a:lvl2pPr>
            <a:lvl3pPr algn="l">
              <a:defRPr sz="1800" b="0">
                <a:solidFill>
                  <a:srgbClr val="526577"/>
                </a:solidFill>
              </a:defRPr>
            </a:lvl3pPr>
            <a:lvl4pPr algn="l">
              <a:defRPr sz="1800" b="0">
                <a:solidFill>
                  <a:srgbClr val="526577"/>
                </a:solidFill>
              </a:defRPr>
            </a:lvl4pPr>
            <a:lvl5pPr algn="l">
              <a:defRPr sz="1800" b="0">
                <a:solidFill>
                  <a:srgbClr val="526577"/>
                </a:solidFill>
              </a:defRPr>
            </a:lvl5pPr>
            <a:lvl6pPr algn="l">
              <a:defRPr sz="1800" b="0">
                <a:solidFill>
                  <a:srgbClr val="526577"/>
                </a:solidFill>
              </a:defRPr>
            </a:lvl6pPr>
            <a:lvl7pPr algn="l">
              <a:defRPr sz="1800" b="0">
                <a:solidFill>
                  <a:srgbClr val="526577"/>
                </a:solidFill>
              </a:defRPr>
            </a:lvl7pPr>
            <a:lvl8pPr algn="l">
              <a:defRPr sz="1800" b="0">
                <a:solidFill>
                  <a:srgbClr val="526577"/>
                </a:solidFill>
              </a:defRPr>
            </a:lvl8pPr>
            <a:lvl9pPr algn="l">
              <a:defRPr sz="1800" b="0">
                <a:solidFill>
                  <a:srgbClr val="526577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6577"/>
                </a:solidFill>
              </a:defRPr>
            </a:pPr>
            <a:r>
              <a:rPr sz="1800" b="0">
                <a:solidFill>
                  <a:srgbClr val="526577"/>
                </a:solidFill>
              </a:rPr>
              <a:t>150 records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819E8D-E1B2-4E60-AA1B-0D6C755BC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143500"/>
            <a:ext cx="4714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1">
                <a:solidFill>
                  <a:srgbClr val="287A77"/>
                </a:solidFill>
              </a:defRPr>
            </a:defPPr>
            <a:lvl1pPr algn="l">
              <a:defRPr sz="1500" b="1">
                <a:solidFill>
                  <a:srgbClr val="287A77"/>
                </a:solidFill>
              </a:defRPr>
            </a:lvl1pPr>
            <a:lvl2pPr algn="l">
              <a:defRPr sz="1500" b="1">
                <a:solidFill>
                  <a:srgbClr val="287A77"/>
                </a:solidFill>
              </a:defRPr>
            </a:lvl2pPr>
            <a:lvl3pPr algn="l">
              <a:defRPr sz="1500" b="1">
                <a:solidFill>
                  <a:srgbClr val="287A77"/>
                </a:solidFill>
              </a:defRPr>
            </a:lvl3pPr>
            <a:lvl4pPr algn="l">
              <a:defRPr sz="1500" b="1">
                <a:solidFill>
                  <a:srgbClr val="287A77"/>
                </a:solidFill>
              </a:defRPr>
            </a:lvl4pPr>
            <a:lvl5pPr algn="l">
              <a:defRPr sz="1500" b="1">
                <a:solidFill>
                  <a:srgbClr val="287A77"/>
                </a:solidFill>
              </a:defRPr>
            </a:lvl5pPr>
            <a:lvl6pPr algn="l">
              <a:defRPr sz="1500" b="1">
                <a:solidFill>
                  <a:srgbClr val="287A77"/>
                </a:solidFill>
              </a:defRPr>
            </a:lvl6pPr>
            <a:lvl7pPr algn="l">
              <a:defRPr sz="1500" b="1">
                <a:solidFill>
                  <a:srgbClr val="287A77"/>
                </a:solidFill>
              </a:defRPr>
            </a:lvl7pPr>
            <a:lvl8pPr algn="l">
              <a:defRPr sz="1500" b="1">
                <a:solidFill>
                  <a:srgbClr val="287A77"/>
                </a:solidFill>
              </a:defRPr>
            </a:lvl8pPr>
            <a:lvl9pPr algn="l">
              <a:defRPr sz="1500" b="1">
                <a:solidFill>
                  <a:srgbClr val="287A77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287A77"/>
                </a:solidFill>
              </a:defRPr>
            </a:pPr>
            <a:r>
              <a:rPr sz="1500" b="1">
                <a:solidFill>
                  <a:srgbClr val="287A77"/>
                </a:solidFill>
              </a:rPr>
              <a:t>Stratified by size class</a:t>
            </a:r>
          </a:p>
        </p:txBody>
      </p:sp>
    </p:spTree>
    <p:extLst>
      <p:ext uri="{BB962C8B-B14F-4D97-AF65-F5344CB8AC3E}">
        <p14:creationId xmlns:p14="http://schemas.microsoft.com/office/powerpoint/2010/main" val="18094067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9A212E-7EEC-4538-8F8C-3AC89715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700" b="1">
                <a:solidFill>
                  <a:srgbClr val="112E4D"/>
                </a:solidFill>
              </a:defRPr>
            </a:defPPr>
            <a:lvl1pPr algn="l">
              <a:defRPr sz="2700" b="1">
                <a:solidFill>
                  <a:srgbClr val="112E4D"/>
                </a:solidFill>
              </a:defRPr>
            </a:lvl1pPr>
            <a:lvl2pPr algn="l">
              <a:defRPr sz="2700" b="1">
                <a:solidFill>
                  <a:srgbClr val="112E4D"/>
                </a:solidFill>
              </a:defRPr>
            </a:lvl2pPr>
            <a:lvl3pPr algn="l">
              <a:defRPr sz="2700" b="1">
                <a:solidFill>
                  <a:srgbClr val="112E4D"/>
                </a:solidFill>
              </a:defRPr>
            </a:lvl3pPr>
            <a:lvl4pPr algn="l">
              <a:defRPr sz="2700" b="1">
                <a:solidFill>
                  <a:srgbClr val="112E4D"/>
                </a:solidFill>
              </a:defRPr>
            </a:lvl4pPr>
            <a:lvl5pPr algn="l">
              <a:defRPr sz="2700" b="1">
                <a:solidFill>
                  <a:srgbClr val="112E4D"/>
                </a:solidFill>
              </a:defRPr>
            </a:lvl5pPr>
            <a:lvl6pPr algn="l">
              <a:defRPr sz="2700" b="1">
                <a:solidFill>
                  <a:srgbClr val="112E4D"/>
                </a:solidFill>
              </a:defRPr>
            </a:lvl6pPr>
            <a:lvl7pPr algn="l">
              <a:defRPr sz="2700" b="1">
                <a:solidFill>
                  <a:srgbClr val="112E4D"/>
                </a:solidFill>
              </a:defRPr>
            </a:lvl7pPr>
            <a:lvl8pPr algn="l">
              <a:defRPr sz="2700" b="1">
                <a:solidFill>
                  <a:srgbClr val="112E4D"/>
                </a:solidFill>
              </a:defRPr>
            </a:lvl8pPr>
            <a:lvl9pPr algn="l">
              <a:defRPr sz="2700" b="1">
                <a:solidFill>
                  <a:srgbClr val="112E4D"/>
                </a:solidFill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12E4D"/>
                </a:solidFill>
              </a:defRPr>
            </a:pPr>
            <a:r>
              <a:rPr sz="2700" b="1">
                <a:solidFill>
                  <a:srgbClr val="112E4D"/>
                </a:solidFill>
              </a:rPr>
              <a:t>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959BCF-2BBC-45FA-8E98-EBBCF414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33475"/>
            <a:ext cx="10715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ECDE9D-2C0D-40FE-9393-FBC9B108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531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26577"/>
                </a:solidFill>
              </a:defRPr>
            </a:defPPr>
            <a:lvl1pPr algn="l">
              <a:defRPr sz="1050" b="0">
                <a:solidFill>
                  <a:srgbClr val="526577"/>
                </a:solidFill>
              </a:defRPr>
            </a:lvl1pPr>
            <a:lvl2pPr algn="l">
              <a:defRPr sz="1050" b="0">
                <a:solidFill>
                  <a:srgbClr val="526577"/>
                </a:solidFill>
              </a:defRPr>
            </a:lvl2pPr>
            <a:lvl3pPr algn="l">
              <a:defRPr sz="1050" b="0">
                <a:solidFill>
                  <a:srgbClr val="526577"/>
                </a:solidFill>
              </a:defRPr>
            </a:lvl3pPr>
            <a:lvl4pPr algn="l">
              <a:defRPr sz="1050" b="0">
                <a:solidFill>
                  <a:srgbClr val="526577"/>
                </a:solidFill>
              </a:defRPr>
            </a:lvl4pPr>
            <a:lvl5pPr algn="l">
              <a:defRPr sz="1050" b="0">
                <a:solidFill>
                  <a:srgbClr val="526577"/>
                </a:solidFill>
              </a:defRPr>
            </a:lvl5pPr>
            <a:lvl6pPr algn="l">
              <a:defRPr sz="1050" b="0">
                <a:solidFill>
                  <a:srgbClr val="526577"/>
                </a:solidFill>
              </a:defRPr>
            </a:lvl6pPr>
            <a:lvl7pPr algn="l">
              <a:defRPr sz="1050" b="0">
                <a:solidFill>
                  <a:srgbClr val="526577"/>
                </a:solidFill>
              </a:defRPr>
            </a:lvl7pPr>
            <a:lvl8pPr algn="l">
              <a:defRPr sz="1050" b="0">
                <a:solidFill>
                  <a:srgbClr val="526577"/>
                </a:solidFill>
              </a:defRPr>
            </a:lvl8pPr>
            <a:lvl9pPr algn="l">
              <a:defRPr sz="1050" b="0">
                <a:solidFill>
                  <a:srgbClr val="526577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577"/>
                </a:solidFill>
              </a:defRPr>
            </a:pPr>
            <a:r>
              <a:rPr sz="1050" b="0">
                <a:solidFill>
                  <a:srgbClr val="526577"/>
                </a:solidFill>
              </a:rPr>
              <a:t>VaultX  /  MongoDB course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A26C44-5671-4E63-A1B2-893526785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3531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0">
                <a:solidFill>
                  <a:srgbClr val="526577"/>
                </a:solidFill>
              </a:defRPr>
            </a:defPPr>
            <a:lvl1pPr algn="r">
              <a:defRPr sz="1050" b="0">
                <a:solidFill>
                  <a:srgbClr val="526577"/>
                </a:solidFill>
              </a:defRPr>
            </a:lvl1pPr>
            <a:lvl2pPr algn="r">
              <a:defRPr sz="1050" b="0">
                <a:solidFill>
                  <a:srgbClr val="526577"/>
                </a:solidFill>
              </a:defRPr>
            </a:lvl2pPr>
            <a:lvl3pPr algn="r">
              <a:defRPr sz="1050" b="0">
                <a:solidFill>
                  <a:srgbClr val="526577"/>
                </a:solidFill>
              </a:defRPr>
            </a:lvl3pPr>
            <a:lvl4pPr algn="r">
              <a:defRPr sz="1050" b="0">
                <a:solidFill>
                  <a:srgbClr val="526577"/>
                </a:solidFill>
              </a:defRPr>
            </a:lvl4pPr>
            <a:lvl5pPr algn="r">
              <a:defRPr sz="1050" b="0">
                <a:solidFill>
                  <a:srgbClr val="526577"/>
                </a:solidFill>
              </a:defRPr>
            </a:lvl5pPr>
            <a:lvl6pPr algn="r">
              <a:defRPr sz="1050" b="0">
                <a:solidFill>
                  <a:srgbClr val="526577"/>
                </a:solidFill>
              </a:defRPr>
            </a:lvl6pPr>
            <a:lvl7pPr algn="r">
              <a:defRPr sz="1050" b="0">
                <a:solidFill>
                  <a:srgbClr val="526577"/>
                </a:solidFill>
              </a:defRPr>
            </a:lvl7pPr>
            <a:lvl8pPr algn="r">
              <a:defRPr sz="1050" b="0">
                <a:solidFill>
                  <a:srgbClr val="526577"/>
                </a:solidFill>
              </a:defRPr>
            </a:lvl8pPr>
            <a:lvl9pPr algn="r">
              <a:defRPr sz="1050" b="0">
                <a:solidFill>
                  <a:srgbClr val="526577"/>
                </a:solidFill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26577"/>
                </a:solidFill>
              </a:defRPr>
            </a:pPr>
            <a:r>
              <a:rPr sz="1050" b="0">
                <a:solidFill>
                  <a:srgbClr val="526577"/>
                </a:solidFill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413485-1B3F-4B75-B9A6-4C83F6B9B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4857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00" b="1">
                <a:solidFill>
                  <a:srgbClr val="112E4D"/>
                </a:solidFill>
              </a:defRPr>
            </a:defPPr>
            <a:lvl1pPr algn="l">
              <a:defRPr sz="2400" b="1">
                <a:solidFill>
                  <a:srgbClr val="112E4D"/>
                </a:solidFill>
              </a:defRPr>
            </a:lvl1pPr>
            <a:lvl2pPr algn="l">
              <a:defRPr sz="2400" b="1">
                <a:solidFill>
                  <a:srgbClr val="112E4D"/>
                </a:solidFill>
              </a:defRPr>
            </a:lvl2pPr>
            <a:lvl3pPr algn="l">
              <a:defRPr sz="2400" b="1">
                <a:solidFill>
                  <a:srgbClr val="112E4D"/>
                </a:solidFill>
              </a:defRPr>
            </a:lvl3pPr>
            <a:lvl4pPr algn="l">
              <a:defRPr sz="2400" b="1">
                <a:solidFill>
                  <a:srgbClr val="112E4D"/>
                </a:solidFill>
              </a:defRPr>
            </a:lvl4pPr>
            <a:lvl5pPr algn="l">
              <a:defRPr sz="2400" b="1">
                <a:solidFill>
                  <a:srgbClr val="112E4D"/>
                </a:solidFill>
              </a:defRPr>
            </a:lvl5pPr>
            <a:lvl6pPr algn="l">
              <a:defRPr sz="2400" b="1">
                <a:solidFill>
                  <a:srgbClr val="112E4D"/>
                </a:solidFill>
              </a:defRPr>
            </a:lvl6pPr>
            <a:lvl7pPr algn="l">
              <a:defRPr sz="2400" b="1">
                <a:solidFill>
                  <a:srgbClr val="112E4D"/>
                </a:solidFill>
              </a:defRPr>
            </a:lvl7pPr>
            <a:lvl8pPr algn="l">
              <a:defRPr sz="2400" b="1">
                <a:solidFill>
                  <a:srgbClr val="112E4D"/>
                </a:solidFill>
              </a:defRPr>
            </a:lvl8pPr>
            <a:lvl9pPr algn="l">
              <a:defRPr sz="2400" b="1">
                <a:solidFill>
                  <a:srgbClr val="112E4D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12E4D"/>
                </a:solidFill>
              </a:defRPr>
            </a:pPr>
            <a:r>
              <a:rPr sz="2400" b="1">
                <a:solidFill>
                  <a:srgbClr val="112E4D"/>
                </a:solidFill>
              </a:rPr>
              <a:t>Random Forest Regressor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CEFE66-6549-4611-BC38-9A608402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466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1D2B38"/>
                </a:solidFill>
              </a:defRPr>
            </a:defPPr>
            <a:lvl1pPr algn="l">
              <a:defRPr sz="1800" b="0">
                <a:solidFill>
                  <a:srgbClr val="1D2B38"/>
                </a:solidFill>
              </a:defRPr>
            </a:lvl1pPr>
            <a:lvl2pPr algn="l">
              <a:defRPr sz="1800" b="0">
                <a:solidFill>
                  <a:srgbClr val="1D2B38"/>
                </a:solidFill>
              </a:defRPr>
            </a:lvl2pPr>
            <a:lvl3pPr algn="l">
              <a:defRPr sz="1800" b="0">
                <a:solidFill>
                  <a:srgbClr val="1D2B38"/>
                </a:solidFill>
              </a:defRPr>
            </a:lvl3pPr>
            <a:lvl4pPr algn="l">
              <a:defRPr sz="1800" b="0">
                <a:solidFill>
                  <a:srgbClr val="1D2B38"/>
                </a:solidFill>
              </a:defRPr>
            </a:lvl4pPr>
            <a:lvl5pPr algn="l">
              <a:defRPr sz="1800" b="0">
                <a:solidFill>
                  <a:srgbClr val="1D2B38"/>
                </a:solidFill>
              </a:defRPr>
            </a:lvl5pPr>
            <a:lvl6pPr algn="l">
              <a:defRPr sz="1800" b="0">
                <a:solidFill>
                  <a:srgbClr val="1D2B38"/>
                </a:solidFill>
              </a:defRPr>
            </a:lvl6pPr>
            <a:lvl7pPr algn="l">
              <a:defRPr sz="1800" b="0">
                <a:solidFill>
                  <a:srgbClr val="1D2B38"/>
                </a:solidFill>
              </a:defRPr>
            </a:lvl7pPr>
            <a:lvl8pPr algn="l">
              <a:defRPr sz="1800" b="0">
                <a:solidFill>
                  <a:srgbClr val="1D2B38"/>
                </a:solidFill>
              </a:defRPr>
            </a:lvl8pPr>
            <a:lvl9pPr algn="l">
              <a:defRPr sz="1800" b="0">
                <a:solidFill>
                  <a:srgbClr val="1D2B38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D2B38"/>
                </a:solidFill>
              </a:defRPr>
            </a:pPr>
            <a:r>
              <a:rPr sz="1800" b="0">
                <a:solidFill>
                  <a:srgbClr val="1D2B38"/>
                </a:solidFill>
              </a:rPr>
              <a:t>Predicts file size in MB from metadata.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9E3748-96A3-44D1-8879-59C4B97C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95450"/>
            <a:ext cx="4857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00" b="1">
                <a:solidFill>
                  <a:srgbClr val="112E4D"/>
                </a:solidFill>
              </a:defRPr>
            </a:defPPr>
            <a:lvl1pPr algn="l">
              <a:defRPr sz="2400" b="1">
                <a:solidFill>
                  <a:srgbClr val="112E4D"/>
                </a:solidFill>
              </a:defRPr>
            </a:lvl1pPr>
            <a:lvl2pPr algn="l">
              <a:defRPr sz="2400" b="1">
                <a:solidFill>
                  <a:srgbClr val="112E4D"/>
                </a:solidFill>
              </a:defRPr>
            </a:lvl2pPr>
            <a:lvl3pPr algn="l">
              <a:defRPr sz="2400" b="1">
                <a:solidFill>
                  <a:srgbClr val="112E4D"/>
                </a:solidFill>
              </a:defRPr>
            </a:lvl3pPr>
            <a:lvl4pPr algn="l">
              <a:defRPr sz="2400" b="1">
                <a:solidFill>
                  <a:srgbClr val="112E4D"/>
                </a:solidFill>
              </a:defRPr>
            </a:lvl4pPr>
            <a:lvl5pPr algn="l">
              <a:defRPr sz="2400" b="1">
                <a:solidFill>
                  <a:srgbClr val="112E4D"/>
                </a:solidFill>
              </a:defRPr>
            </a:lvl5pPr>
            <a:lvl6pPr algn="l">
              <a:defRPr sz="2400" b="1">
                <a:solidFill>
                  <a:srgbClr val="112E4D"/>
                </a:solidFill>
              </a:defRPr>
            </a:lvl6pPr>
            <a:lvl7pPr algn="l">
              <a:defRPr sz="2400" b="1">
                <a:solidFill>
                  <a:srgbClr val="112E4D"/>
                </a:solidFill>
              </a:defRPr>
            </a:lvl7pPr>
            <a:lvl8pPr algn="l">
              <a:defRPr sz="2400" b="1">
                <a:solidFill>
                  <a:srgbClr val="112E4D"/>
                </a:solidFill>
              </a:defRPr>
            </a:lvl8pPr>
            <a:lvl9pPr algn="l">
              <a:defRPr sz="2400" b="1">
                <a:solidFill>
                  <a:srgbClr val="112E4D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112E4D"/>
                </a:solidFill>
              </a:defRPr>
            </a:pPr>
            <a:r>
              <a:rPr sz="2400" b="1">
                <a:solidFill>
                  <a:srgbClr val="112E4D"/>
                </a:solidFill>
              </a:rPr>
              <a:t>Random Forest Classifier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C0BFAD-BE2B-4FF1-A61C-51583D404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71750"/>
            <a:ext cx="4667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1D2B38"/>
                </a:solidFill>
              </a:defRPr>
            </a:defPPr>
            <a:lvl1pPr algn="l">
              <a:defRPr sz="1800" b="0">
                <a:solidFill>
                  <a:srgbClr val="1D2B38"/>
                </a:solidFill>
              </a:defRPr>
            </a:lvl1pPr>
            <a:lvl2pPr algn="l">
              <a:defRPr sz="1800" b="0">
                <a:solidFill>
                  <a:srgbClr val="1D2B38"/>
                </a:solidFill>
              </a:defRPr>
            </a:lvl2pPr>
            <a:lvl3pPr algn="l">
              <a:defRPr sz="1800" b="0">
                <a:solidFill>
                  <a:srgbClr val="1D2B38"/>
                </a:solidFill>
              </a:defRPr>
            </a:lvl3pPr>
            <a:lvl4pPr algn="l">
              <a:defRPr sz="1800" b="0">
                <a:solidFill>
                  <a:srgbClr val="1D2B38"/>
                </a:solidFill>
              </a:defRPr>
            </a:lvl4pPr>
            <a:lvl5pPr algn="l">
              <a:defRPr sz="1800" b="0">
                <a:solidFill>
                  <a:srgbClr val="1D2B38"/>
                </a:solidFill>
              </a:defRPr>
            </a:lvl5pPr>
            <a:lvl6pPr algn="l">
              <a:defRPr sz="1800" b="0">
                <a:solidFill>
                  <a:srgbClr val="1D2B38"/>
                </a:solidFill>
              </a:defRPr>
            </a:lvl6pPr>
            <a:lvl7pPr algn="l">
              <a:defRPr sz="1800" b="0">
                <a:solidFill>
                  <a:srgbClr val="1D2B38"/>
                </a:solidFill>
              </a:defRPr>
            </a:lvl7pPr>
            <a:lvl8pPr algn="l">
              <a:defRPr sz="1800" b="0">
                <a:solidFill>
                  <a:srgbClr val="1D2B38"/>
                </a:solidFill>
              </a:defRPr>
            </a:lvl8pPr>
            <a:lvl9pPr algn="l">
              <a:defRPr sz="1800" b="0">
                <a:solidFill>
                  <a:srgbClr val="1D2B38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D2B38"/>
                </a:solidFill>
              </a:defRPr>
            </a:pPr>
            <a:r>
              <a:rPr sz="1800" b="0">
                <a:solidFill>
                  <a:srgbClr val="1D2B38"/>
                </a:solidFill>
              </a:rPr>
              <a:t>Predicts whether a file is at least 5 MB.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E99B83-1205-4AB1-B5EF-46BAA78D5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81150"/>
            <a:ext cx="19050" cy="3171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0F7BC9-F6B4-47B2-B4EA-1452757B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67275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1D2B38"/>
                </a:solidFill>
              </a:defRPr>
            </a:defPPr>
            <a:lvl1pPr algn="l">
              <a:defRPr sz="1725" b="0">
                <a:solidFill>
                  <a:srgbClr val="1D2B38"/>
                </a:solidFill>
              </a:defRPr>
            </a:lvl1pPr>
            <a:lvl2pPr algn="l">
              <a:defRPr sz="1725" b="0">
                <a:solidFill>
                  <a:srgbClr val="1D2B38"/>
                </a:solidFill>
              </a:defRPr>
            </a:lvl2pPr>
            <a:lvl3pPr algn="l">
              <a:defRPr sz="1725" b="0">
                <a:solidFill>
                  <a:srgbClr val="1D2B38"/>
                </a:solidFill>
              </a:defRPr>
            </a:lvl3pPr>
            <a:lvl4pPr algn="l">
              <a:defRPr sz="1725" b="0">
                <a:solidFill>
                  <a:srgbClr val="1D2B38"/>
                </a:solidFill>
              </a:defRPr>
            </a:lvl4pPr>
            <a:lvl5pPr algn="l">
              <a:defRPr sz="1725" b="0">
                <a:solidFill>
                  <a:srgbClr val="1D2B38"/>
                </a:solidFill>
              </a:defRPr>
            </a:lvl5pPr>
            <a:lvl6pPr algn="l">
              <a:defRPr sz="1725" b="0">
                <a:solidFill>
                  <a:srgbClr val="1D2B38"/>
                </a:solidFill>
              </a:defRPr>
            </a:lvl6pPr>
            <a:lvl7pPr algn="l">
              <a:defRPr sz="1725" b="0">
                <a:solidFill>
                  <a:srgbClr val="1D2B38"/>
                </a:solidFill>
              </a:defRPr>
            </a:lvl7pPr>
            <a:lvl8pPr algn="l">
              <a:defRPr sz="1725" b="0">
                <a:solidFill>
                  <a:srgbClr val="1D2B38"/>
                </a:solidFill>
              </a:defRPr>
            </a:lvl8pPr>
            <a:lvl9pPr algn="l">
              <a:defRPr sz="1725" b="0">
                <a:solidFill>
                  <a:srgbClr val="1D2B38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D2B38"/>
                </a:solidFill>
              </a:defRPr>
            </a:pPr>
            <a:r>
              <a:rPr sz="1725" b="0">
                <a:solidFill>
                  <a:srgbClr val="1D2B38"/>
                </a:solidFill>
              </a:rPr>
              <a:t>Both pipelines use 150 trees, maximum depth 8 and minimum leaf size 3. The classifier uses balanced class weights.</a:t>
            </a:r>
          </a:p>
        </p:txBody>
      </p:sp>
    </p:spTree>
    <p:extLst>
      <p:ext uri="{BB962C8B-B14F-4D97-AF65-F5344CB8AC3E}">
        <p14:creationId xmlns:p14="http://schemas.microsoft.com/office/powerpoint/2010/main" val="3208177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CA13CC-DEFE-47E2-876A-E73D5B30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700" b="1">
                <a:solidFill>
                  <a:srgbClr val="112E4D"/>
                </a:solidFill>
              </a:defRPr>
            </a:defPPr>
            <a:lvl1pPr algn="l">
              <a:defRPr sz="2700" b="1">
                <a:solidFill>
                  <a:srgbClr val="112E4D"/>
                </a:solidFill>
              </a:defRPr>
            </a:lvl1pPr>
            <a:lvl2pPr algn="l">
              <a:defRPr sz="2700" b="1">
                <a:solidFill>
                  <a:srgbClr val="112E4D"/>
                </a:solidFill>
              </a:defRPr>
            </a:lvl2pPr>
            <a:lvl3pPr algn="l">
              <a:defRPr sz="2700" b="1">
                <a:solidFill>
                  <a:srgbClr val="112E4D"/>
                </a:solidFill>
              </a:defRPr>
            </a:lvl3pPr>
            <a:lvl4pPr algn="l">
              <a:defRPr sz="2700" b="1">
                <a:solidFill>
                  <a:srgbClr val="112E4D"/>
                </a:solidFill>
              </a:defRPr>
            </a:lvl4pPr>
            <a:lvl5pPr algn="l">
              <a:defRPr sz="2700" b="1">
                <a:solidFill>
                  <a:srgbClr val="112E4D"/>
                </a:solidFill>
              </a:defRPr>
            </a:lvl5pPr>
            <a:lvl6pPr algn="l">
              <a:defRPr sz="2700" b="1">
                <a:solidFill>
                  <a:srgbClr val="112E4D"/>
                </a:solidFill>
              </a:defRPr>
            </a:lvl6pPr>
            <a:lvl7pPr algn="l">
              <a:defRPr sz="2700" b="1">
                <a:solidFill>
                  <a:srgbClr val="112E4D"/>
                </a:solidFill>
              </a:defRPr>
            </a:lvl7pPr>
            <a:lvl8pPr algn="l">
              <a:defRPr sz="2700" b="1">
                <a:solidFill>
                  <a:srgbClr val="112E4D"/>
                </a:solidFill>
              </a:defRPr>
            </a:lvl8pPr>
            <a:lvl9pPr algn="l">
              <a:defRPr sz="2700" b="1">
                <a:solidFill>
                  <a:srgbClr val="112E4D"/>
                </a:solidFill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12E4D"/>
                </a:solidFill>
              </a:defRPr>
            </a:pPr>
            <a:r>
              <a:rPr sz="2700" b="1">
                <a:solidFill>
                  <a:srgbClr val="112E4D"/>
                </a:solidFill>
              </a:rPr>
              <a:t>Regression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554800-D368-4E63-ABED-5AC2872D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33475"/>
            <a:ext cx="10715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B7227B-E584-46B2-98CF-FD79FE3C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531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26577"/>
                </a:solidFill>
              </a:defRPr>
            </a:defPPr>
            <a:lvl1pPr algn="l">
              <a:defRPr sz="1050" b="0">
                <a:solidFill>
                  <a:srgbClr val="526577"/>
                </a:solidFill>
              </a:defRPr>
            </a:lvl1pPr>
            <a:lvl2pPr algn="l">
              <a:defRPr sz="1050" b="0">
                <a:solidFill>
                  <a:srgbClr val="526577"/>
                </a:solidFill>
              </a:defRPr>
            </a:lvl2pPr>
            <a:lvl3pPr algn="l">
              <a:defRPr sz="1050" b="0">
                <a:solidFill>
                  <a:srgbClr val="526577"/>
                </a:solidFill>
              </a:defRPr>
            </a:lvl3pPr>
            <a:lvl4pPr algn="l">
              <a:defRPr sz="1050" b="0">
                <a:solidFill>
                  <a:srgbClr val="526577"/>
                </a:solidFill>
              </a:defRPr>
            </a:lvl4pPr>
            <a:lvl5pPr algn="l">
              <a:defRPr sz="1050" b="0">
                <a:solidFill>
                  <a:srgbClr val="526577"/>
                </a:solidFill>
              </a:defRPr>
            </a:lvl5pPr>
            <a:lvl6pPr algn="l">
              <a:defRPr sz="1050" b="0">
                <a:solidFill>
                  <a:srgbClr val="526577"/>
                </a:solidFill>
              </a:defRPr>
            </a:lvl6pPr>
            <a:lvl7pPr algn="l">
              <a:defRPr sz="1050" b="0">
                <a:solidFill>
                  <a:srgbClr val="526577"/>
                </a:solidFill>
              </a:defRPr>
            </a:lvl7pPr>
            <a:lvl8pPr algn="l">
              <a:defRPr sz="1050" b="0">
                <a:solidFill>
                  <a:srgbClr val="526577"/>
                </a:solidFill>
              </a:defRPr>
            </a:lvl8pPr>
            <a:lvl9pPr algn="l">
              <a:defRPr sz="1050" b="0">
                <a:solidFill>
                  <a:srgbClr val="526577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577"/>
                </a:solidFill>
              </a:defRPr>
            </a:pPr>
            <a:r>
              <a:rPr sz="1050" b="0">
                <a:solidFill>
                  <a:srgbClr val="526577"/>
                </a:solidFill>
              </a:rPr>
              <a:t>VaultX  /  MongoDB course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3A324D-B795-4031-9CC7-A0E83CB1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3531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0">
                <a:solidFill>
                  <a:srgbClr val="526577"/>
                </a:solidFill>
              </a:defRPr>
            </a:defPPr>
            <a:lvl1pPr algn="r">
              <a:defRPr sz="1050" b="0">
                <a:solidFill>
                  <a:srgbClr val="526577"/>
                </a:solidFill>
              </a:defRPr>
            </a:lvl1pPr>
            <a:lvl2pPr algn="r">
              <a:defRPr sz="1050" b="0">
                <a:solidFill>
                  <a:srgbClr val="526577"/>
                </a:solidFill>
              </a:defRPr>
            </a:lvl2pPr>
            <a:lvl3pPr algn="r">
              <a:defRPr sz="1050" b="0">
                <a:solidFill>
                  <a:srgbClr val="526577"/>
                </a:solidFill>
              </a:defRPr>
            </a:lvl3pPr>
            <a:lvl4pPr algn="r">
              <a:defRPr sz="1050" b="0">
                <a:solidFill>
                  <a:srgbClr val="526577"/>
                </a:solidFill>
              </a:defRPr>
            </a:lvl4pPr>
            <a:lvl5pPr algn="r">
              <a:defRPr sz="1050" b="0">
                <a:solidFill>
                  <a:srgbClr val="526577"/>
                </a:solidFill>
              </a:defRPr>
            </a:lvl5pPr>
            <a:lvl6pPr algn="r">
              <a:defRPr sz="1050" b="0">
                <a:solidFill>
                  <a:srgbClr val="526577"/>
                </a:solidFill>
              </a:defRPr>
            </a:lvl6pPr>
            <a:lvl7pPr algn="r">
              <a:defRPr sz="1050" b="0">
                <a:solidFill>
                  <a:srgbClr val="526577"/>
                </a:solidFill>
              </a:defRPr>
            </a:lvl7pPr>
            <a:lvl8pPr algn="r">
              <a:defRPr sz="1050" b="0">
                <a:solidFill>
                  <a:srgbClr val="526577"/>
                </a:solidFill>
              </a:defRPr>
            </a:lvl8pPr>
            <a:lvl9pPr algn="r">
              <a:defRPr sz="1050" b="0">
                <a:solidFill>
                  <a:srgbClr val="526577"/>
                </a:solidFill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26577"/>
                </a:solidFill>
              </a:defRPr>
            </a:pPr>
            <a:r>
              <a:rPr sz="1050" b="0">
                <a:solidFill>
                  <a:srgbClr val="526577"/>
                </a:solidFill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D32F38-E96D-49FA-AF99-6FC5D384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43050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1">
                <a:solidFill>
                  <a:srgbClr val="287A77"/>
                </a:solidFill>
              </a:defRPr>
            </a:defPPr>
            <a:lvl1pPr algn="l">
              <a:defRPr sz="1800" b="1">
                <a:solidFill>
                  <a:srgbClr val="287A77"/>
                </a:solidFill>
              </a:defRPr>
            </a:lvl1pPr>
            <a:lvl2pPr algn="l">
              <a:defRPr sz="1800" b="1">
                <a:solidFill>
                  <a:srgbClr val="287A77"/>
                </a:solidFill>
              </a:defRPr>
            </a:lvl2pPr>
            <a:lvl3pPr algn="l">
              <a:defRPr sz="1800" b="1">
                <a:solidFill>
                  <a:srgbClr val="287A77"/>
                </a:solidFill>
              </a:defRPr>
            </a:lvl3pPr>
            <a:lvl4pPr algn="l">
              <a:defRPr sz="1800" b="1">
                <a:solidFill>
                  <a:srgbClr val="287A77"/>
                </a:solidFill>
              </a:defRPr>
            </a:lvl4pPr>
            <a:lvl5pPr algn="l">
              <a:defRPr sz="1800" b="1">
                <a:solidFill>
                  <a:srgbClr val="287A77"/>
                </a:solidFill>
              </a:defRPr>
            </a:lvl5pPr>
            <a:lvl6pPr algn="l">
              <a:defRPr sz="1800" b="1">
                <a:solidFill>
                  <a:srgbClr val="287A77"/>
                </a:solidFill>
              </a:defRPr>
            </a:lvl6pPr>
            <a:lvl7pPr algn="l">
              <a:defRPr sz="1800" b="1">
                <a:solidFill>
                  <a:srgbClr val="287A77"/>
                </a:solidFill>
              </a:defRPr>
            </a:lvl7pPr>
            <a:lvl8pPr algn="l">
              <a:defRPr sz="1800" b="1">
                <a:solidFill>
                  <a:srgbClr val="287A77"/>
                </a:solidFill>
              </a:defRPr>
            </a:lvl8pPr>
            <a:lvl9pPr algn="l">
              <a:defRPr sz="1800" b="1">
                <a:solidFill>
                  <a:srgbClr val="287A77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87A77"/>
                </a:solidFill>
              </a:defRPr>
            </a:pPr>
            <a:r>
              <a:rPr sz="1800" b="1">
                <a:solidFill>
                  <a:srgbClr val="287A77"/>
                </a:solidFill>
              </a:rPr>
              <a:t>R² score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52D71C-9123-47C6-AD0E-1D115801A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5238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6900" b="1">
                <a:solidFill>
                  <a:srgbClr val="112E4D"/>
                </a:solidFill>
              </a:defRPr>
            </a:defPPr>
            <a:lvl1pPr algn="l">
              <a:defRPr sz="6900" b="1">
                <a:solidFill>
                  <a:srgbClr val="112E4D"/>
                </a:solidFill>
              </a:defRPr>
            </a:lvl1pPr>
            <a:lvl2pPr algn="l">
              <a:defRPr sz="6900" b="1">
                <a:solidFill>
                  <a:srgbClr val="112E4D"/>
                </a:solidFill>
              </a:defRPr>
            </a:lvl2pPr>
            <a:lvl3pPr algn="l">
              <a:defRPr sz="6900" b="1">
                <a:solidFill>
                  <a:srgbClr val="112E4D"/>
                </a:solidFill>
              </a:defRPr>
            </a:lvl3pPr>
            <a:lvl4pPr algn="l">
              <a:defRPr sz="6900" b="1">
                <a:solidFill>
                  <a:srgbClr val="112E4D"/>
                </a:solidFill>
              </a:defRPr>
            </a:lvl4pPr>
            <a:lvl5pPr algn="l">
              <a:defRPr sz="6900" b="1">
                <a:solidFill>
                  <a:srgbClr val="112E4D"/>
                </a:solidFill>
              </a:defRPr>
            </a:lvl5pPr>
            <a:lvl6pPr algn="l">
              <a:defRPr sz="6900" b="1">
                <a:solidFill>
                  <a:srgbClr val="112E4D"/>
                </a:solidFill>
              </a:defRPr>
            </a:lvl6pPr>
            <a:lvl7pPr algn="l">
              <a:defRPr sz="6900" b="1">
                <a:solidFill>
                  <a:srgbClr val="112E4D"/>
                </a:solidFill>
              </a:defRPr>
            </a:lvl7pPr>
            <a:lvl8pPr algn="l">
              <a:defRPr sz="6900" b="1">
                <a:solidFill>
                  <a:srgbClr val="112E4D"/>
                </a:solidFill>
              </a:defRPr>
            </a:lvl8pPr>
            <a:lvl9pPr algn="l">
              <a:defRPr sz="6900" b="1">
                <a:solidFill>
                  <a:srgbClr val="112E4D"/>
                </a:solidFill>
              </a:defRPr>
            </a:lvl9pPr>
          </a:lstStyle>
          <a:p xmlns:a="http://schemas.openxmlformats.org/drawingml/2006/main">
            <a:pPr algn="l">
              <a:defRPr sz="6900" b="1">
                <a:solidFill>
                  <a:srgbClr val="112E4D"/>
                </a:solidFill>
              </a:defRPr>
            </a:pPr>
            <a:r>
              <a:rPr sz="6900" b="1">
                <a:solidFill>
                  <a:srgbClr val="112E4D"/>
                </a:solidFill>
              </a:rPr>
              <a:t>0.5681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D9E100-41DC-43EA-B426-BECE576D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5048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1D2B38"/>
                </a:solidFill>
              </a:defRPr>
            </a:defPPr>
            <a:lvl1pPr algn="l">
              <a:defRPr sz="1725" b="0">
                <a:solidFill>
                  <a:srgbClr val="1D2B38"/>
                </a:solidFill>
              </a:defRPr>
            </a:lvl1pPr>
            <a:lvl2pPr algn="l">
              <a:defRPr sz="1725" b="0">
                <a:solidFill>
                  <a:srgbClr val="1D2B38"/>
                </a:solidFill>
              </a:defRPr>
            </a:lvl2pPr>
            <a:lvl3pPr algn="l">
              <a:defRPr sz="1725" b="0">
                <a:solidFill>
                  <a:srgbClr val="1D2B38"/>
                </a:solidFill>
              </a:defRPr>
            </a:lvl3pPr>
            <a:lvl4pPr algn="l">
              <a:defRPr sz="1725" b="0">
                <a:solidFill>
                  <a:srgbClr val="1D2B38"/>
                </a:solidFill>
              </a:defRPr>
            </a:lvl4pPr>
            <a:lvl5pPr algn="l">
              <a:defRPr sz="1725" b="0">
                <a:solidFill>
                  <a:srgbClr val="1D2B38"/>
                </a:solidFill>
              </a:defRPr>
            </a:lvl5pPr>
            <a:lvl6pPr algn="l">
              <a:defRPr sz="1725" b="0">
                <a:solidFill>
                  <a:srgbClr val="1D2B38"/>
                </a:solidFill>
              </a:defRPr>
            </a:lvl6pPr>
            <a:lvl7pPr algn="l">
              <a:defRPr sz="1725" b="0">
                <a:solidFill>
                  <a:srgbClr val="1D2B38"/>
                </a:solidFill>
              </a:defRPr>
            </a:lvl7pPr>
            <a:lvl8pPr algn="l">
              <a:defRPr sz="1725" b="0">
                <a:solidFill>
                  <a:srgbClr val="1D2B38"/>
                </a:solidFill>
              </a:defRPr>
            </a:lvl8pPr>
            <a:lvl9pPr algn="l">
              <a:defRPr sz="1725" b="0">
                <a:solidFill>
                  <a:srgbClr val="1D2B38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D2B38"/>
                </a:solidFill>
              </a:defRPr>
            </a:pPr>
            <a:r>
              <a:rPr sz="1725" b="0">
                <a:solidFill>
                  <a:srgbClr val="1D2B38"/>
                </a:solidFill>
              </a:rPr>
              <a:t>Explains about 57% of size variation in the synthetic held-out set.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D051B9-5B05-4C62-8F62-DE2A708C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552575"/>
            <a:ext cx="190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EC6C1C-1C21-4B02-8805-AC9B4B43A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543050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1">
                <a:solidFill>
                  <a:srgbClr val="287A77"/>
                </a:solidFill>
              </a:defRPr>
            </a:defPPr>
            <a:lvl1pPr algn="l">
              <a:defRPr sz="1800" b="1">
                <a:solidFill>
                  <a:srgbClr val="287A77"/>
                </a:solidFill>
              </a:defRPr>
            </a:lvl1pPr>
            <a:lvl2pPr algn="l">
              <a:defRPr sz="1800" b="1">
                <a:solidFill>
                  <a:srgbClr val="287A77"/>
                </a:solidFill>
              </a:defRPr>
            </a:lvl2pPr>
            <a:lvl3pPr algn="l">
              <a:defRPr sz="1800" b="1">
                <a:solidFill>
                  <a:srgbClr val="287A77"/>
                </a:solidFill>
              </a:defRPr>
            </a:lvl3pPr>
            <a:lvl4pPr algn="l">
              <a:defRPr sz="1800" b="1">
                <a:solidFill>
                  <a:srgbClr val="287A77"/>
                </a:solidFill>
              </a:defRPr>
            </a:lvl4pPr>
            <a:lvl5pPr algn="l">
              <a:defRPr sz="1800" b="1">
                <a:solidFill>
                  <a:srgbClr val="287A77"/>
                </a:solidFill>
              </a:defRPr>
            </a:lvl5pPr>
            <a:lvl6pPr algn="l">
              <a:defRPr sz="1800" b="1">
                <a:solidFill>
                  <a:srgbClr val="287A77"/>
                </a:solidFill>
              </a:defRPr>
            </a:lvl6pPr>
            <a:lvl7pPr algn="l">
              <a:defRPr sz="1800" b="1">
                <a:solidFill>
                  <a:srgbClr val="287A77"/>
                </a:solidFill>
              </a:defRPr>
            </a:lvl7pPr>
            <a:lvl8pPr algn="l">
              <a:defRPr sz="1800" b="1">
                <a:solidFill>
                  <a:srgbClr val="287A77"/>
                </a:solidFill>
              </a:defRPr>
            </a:lvl8pPr>
            <a:lvl9pPr algn="l">
              <a:defRPr sz="1800" b="1">
                <a:solidFill>
                  <a:srgbClr val="287A77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87A77"/>
                </a:solidFill>
              </a:defRPr>
            </a:pPr>
            <a:r>
              <a:rPr sz="1800" b="1">
                <a:solidFill>
                  <a:srgbClr val="287A77"/>
                </a:solidFill>
              </a:rPr>
              <a:t>Mean absolute error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46DB80-C998-4CF6-AB80-767D2032E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114550"/>
            <a:ext cx="452437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5625" b="1">
                <a:solidFill>
                  <a:srgbClr val="112E4D"/>
                </a:solidFill>
              </a:defRPr>
            </a:defPPr>
            <a:lvl1pPr algn="l">
              <a:defRPr sz="5625" b="1">
                <a:solidFill>
                  <a:srgbClr val="112E4D"/>
                </a:solidFill>
              </a:defRPr>
            </a:lvl1pPr>
            <a:lvl2pPr algn="l">
              <a:defRPr sz="5625" b="1">
                <a:solidFill>
                  <a:srgbClr val="112E4D"/>
                </a:solidFill>
              </a:defRPr>
            </a:lvl2pPr>
            <a:lvl3pPr algn="l">
              <a:defRPr sz="5625" b="1">
                <a:solidFill>
                  <a:srgbClr val="112E4D"/>
                </a:solidFill>
              </a:defRPr>
            </a:lvl3pPr>
            <a:lvl4pPr algn="l">
              <a:defRPr sz="5625" b="1">
                <a:solidFill>
                  <a:srgbClr val="112E4D"/>
                </a:solidFill>
              </a:defRPr>
            </a:lvl4pPr>
            <a:lvl5pPr algn="l">
              <a:defRPr sz="5625" b="1">
                <a:solidFill>
                  <a:srgbClr val="112E4D"/>
                </a:solidFill>
              </a:defRPr>
            </a:lvl5pPr>
            <a:lvl6pPr algn="l">
              <a:defRPr sz="5625" b="1">
                <a:solidFill>
                  <a:srgbClr val="112E4D"/>
                </a:solidFill>
              </a:defRPr>
            </a:lvl6pPr>
            <a:lvl7pPr algn="l">
              <a:defRPr sz="5625" b="1">
                <a:solidFill>
                  <a:srgbClr val="112E4D"/>
                </a:solidFill>
              </a:defRPr>
            </a:lvl7pPr>
            <a:lvl8pPr algn="l">
              <a:defRPr sz="5625" b="1">
                <a:solidFill>
                  <a:srgbClr val="112E4D"/>
                </a:solidFill>
              </a:defRPr>
            </a:lvl8pPr>
            <a:lvl9pPr algn="l">
              <a:defRPr sz="5625" b="1">
                <a:solidFill>
                  <a:srgbClr val="112E4D"/>
                </a:solidFill>
              </a:defRPr>
            </a:lvl9pPr>
          </a:lstStyle>
          <a:p xmlns:a="http://schemas.openxmlformats.org/drawingml/2006/main">
            <a:pPr algn="l">
              <a:defRPr sz="5625" b="1">
                <a:solidFill>
                  <a:srgbClr val="112E4D"/>
                </a:solidFill>
              </a:defRPr>
            </a:pPr>
            <a:r>
              <a:rPr sz="5625" b="1">
                <a:solidFill>
                  <a:srgbClr val="112E4D"/>
                </a:solidFill>
              </a:rPr>
              <a:t>1.71 MB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28F818-1B45-481D-9B0F-FCDD2D5D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781425"/>
            <a:ext cx="4476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1D2B38"/>
                </a:solidFill>
              </a:defRPr>
            </a:defPPr>
            <a:lvl1pPr algn="l">
              <a:defRPr sz="1725" b="0">
                <a:solidFill>
                  <a:srgbClr val="1D2B38"/>
                </a:solidFill>
              </a:defRPr>
            </a:lvl1pPr>
            <a:lvl2pPr algn="l">
              <a:defRPr sz="1725" b="0">
                <a:solidFill>
                  <a:srgbClr val="1D2B38"/>
                </a:solidFill>
              </a:defRPr>
            </a:lvl2pPr>
            <a:lvl3pPr algn="l">
              <a:defRPr sz="1725" b="0">
                <a:solidFill>
                  <a:srgbClr val="1D2B38"/>
                </a:solidFill>
              </a:defRPr>
            </a:lvl3pPr>
            <a:lvl4pPr algn="l">
              <a:defRPr sz="1725" b="0">
                <a:solidFill>
                  <a:srgbClr val="1D2B38"/>
                </a:solidFill>
              </a:defRPr>
            </a:lvl4pPr>
            <a:lvl5pPr algn="l">
              <a:defRPr sz="1725" b="0">
                <a:solidFill>
                  <a:srgbClr val="1D2B38"/>
                </a:solidFill>
              </a:defRPr>
            </a:lvl5pPr>
            <a:lvl6pPr algn="l">
              <a:defRPr sz="1725" b="0">
                <a:solidFill>
                  <a:srgbClr val="1D2B38"/>
                </a:solidFill>
              </a:defRPr>
            </a:lvl6pPr>
            <a:lvl7pPr algn="l">
              <a:defRPr sz="1725" b="0">
                <a:solidFill>
                  <a:srgbClr val="1D2B38"/>
                </a:solidFill>
              </a:defRPr>
            </a:lvl7pPr>
            <a:lvl8pPr algn="l">
              <a:defRPr sz="1725" b="0">
                <a:solidFill>
                  <a:srgbClr val="1D2B38"/>
                </a:solidFill>
              </a:defRPr>
            </a:lvl8pPr>
            <a:lvl9pPr algn="l">
              <a:defRPr sz="1725" b="0">
                <a:solidFill>
                  <a:srgbClr val="1D2B38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D2B38"/>
                </a:solidFill>
              </a:defRPr>
            </a:pPr>
            <a:r>
              <a:rPr sz="1725" b="0">
                <a:solidFill>
                  <a:srgbClr val="1D2B38"/>
                </a:solidFill>
              </a:rPr>
              <a:t>Average absolute difference between predicted and actual file size.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EC83DA-60AE-4138-9100-2FB65B5F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388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526577"/>
                </a:solidFill>
              </a:defRPr>
            </a:defPPr>
            <a:lvl1pPr algn="l">
              <a:defRPr sz="1350" b="0">
                <a:solidFill>
                  <a:srgbClr val="526577"/>
                </a:solidFill>
              </a:defRPr>
            </a:lvl1pPr>
            <a:lvl2pPr algn="l">
              <a:defRPr sz="1350" b="0">
                <a:solidFill>
                  <a:srgbClr val="526577"/>
                </a:solidFill>
              </a:defRPr>
            </a:lvl2pPr>
            <a:lvl3pPr algn="l">
              <a:defRPr sz="1350" b="0">
                <a:solidFill>
                  <a:srgbClr val="526577"/>
                </a:solidFill>
              </a:defRPr>
            </a:lvl3pPr>
            <a:lvl4pPr algn="l">
              <a:defRPr sz="1350" b="0">
                <a:solidFill>
                  <a:srgbClr val="526577"/>
                </a:solidFill>
              </a:defRPr>
            </a:lvl4pPr>
            <a:lvl5pPr algn="l">
              <a:defRPr sz="1350" b="0">
                <a:solidFill>
                  <a:srgbClr val="526577"/>
                </a:solidFill>
              </a:defRPr>
            </a:lvl5pPr>
            <a:lvl6pPr algn="l">
              <a:defRPr sz="1350" b="0">
                <a:solidFill>
                  <a:srgbClr val="526577"/>
                </a:solidFill>
              </a:defRPr>
            </a:lvl6pPr>
            <a:lvl7pPr algn="l">
              <a:defRPr sz="1350" b="0">
                <a:solidFill>
                  <a:srgbClr val="526577"/>
                </a:solidFill>
              </a:defRPr>
            </a:lvl7pPr>
            <a:lvl8pPr algn="l">
              <a:defRPr sz="1350" b="0">
                <a:solidFill>
                  <a:srgbClr val="526577"/>
                </a:solidFill>
              </a:defRPr>
            </a:lvl8pPr>
            <a:lvl9pPr algn="l">
              <a:defRPr sz="1350" b="0">
                <a:solidFill>
                  <a:srgbClr val="526577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577"/>
                </a:solidFill>
              </a:defRPr>
            </a:pPr>
            <a:r>
              <a:rPr sz="1350" b="0">
                <a:solidFill>
                  <a:srgbClr val="526577"/>
                </a:solidFill>
              </a:rPr>
              <a:t>Synthetic demo test set: 150 records</a:t>
            </a:r>
          </a:p>
        </p:txBody>
      </p:sp>
    </p:spTree>
    <p:extLst>
      <p:ext uri="{BB962C8B-B14F-4D97-AF65-F5344CB8AC3E}">
        <p14:creationId xmlns:p14="http://schemas.microsoft.com/office/powerpoint/2010/main" val="4405137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35E6A6-0A3E-4DFE-ADA7-E0F01C3E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700" b="1">
                <a:solidFill>
                  <a:srgbClr val="112E4D"/>
                </a:solidFill>
              </a:defRPr>
            </a:defPPr>
            <a:lvl1pPr algn="l">
              <a:defRPr sz="2700" b="1">
                <a:solidFill>
                  <a:srgbClr val="112E4D"/>
                </a:solidFill>
              </a:defRPr>
            </a:lvl1pPr>
            <a:lvl2pPr algn="l">
              <a:defRPr sz="2700" b="1">
                <a:solidFill>
                  <a:srgbClr val="112E4D"/>
                </a:solidFill>
              </a:defRPr>
            </a:lvl2pPr>
            <a:lvl3pPr algn="l">
              <a:defRPr sz="2700" b="1">
                <a:solidFill>
                  <a:srgbClr val="112E4D"/>
                </a:solidFill>
              </a:defRPr>
            </a:lvl3pPr>
            <a:lvl4pPr algn="l">
              <a:defRPr sz="2700" b="1">
                <a:solidFill>
                  <a:srgbClr val="112E4D"/>
                </a:solidFill>
              </a:defRPr>
            </a:lvl4pPr>
            <a:lvl5pPr algn="l">
              <a:defRPr sz="2700" b="1">
                <a:solidFill>
                  <a:srgbClr val="112E4D"/>
                </a:solidFill>
              </a:defRPr>
            </a:lvl5pPr>
            <a:lvl6pPr algn="l">
              <a:defRPr sz="2700" b="1">
                <a:solidFill>
                  <a:srgbClr val="112E4D"/>
                </a:solidFill>
              </a:defRPr>
            </a:lvl6pPr>
            <a:lvl7pPr algn="l">
              <a:defRPr sz="2700" b="1">
                <a:solidFill>
                  <a:srgbClr val="112E4D"/>
                </a:solidFill>
              </a:defRPr>
            </a:lvl7pPr>
            <a:lvl8pPr algn="l">
              <a:defRPr sz="2700" b="1">
                <a:solidFill>
                  <a:srgbClr val="112E4D"/>
                </a:solidFill>
              </a:defRPr>
            </a:lvl8pPr>
            <a:lvl9pPr algn="l">
              <a:defRPr sz="2700" b="1">
                <a:solidFill>
                  <a:srgbClr val="112E4D"/>
                </a:solidFill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12E4D"/>
                </a:solidFill>
              </a:defRPr>
            </a:pPr>
            <a:r>
              <a:rPr sz="2700" b="1">
                <a:solidFill>
                  <a:srgbClr val="112E4D"/>
                </a:solidFill>
              </a:rPr>
              <a:t>Classification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EBD7E4-6E59-402D-B1AA-53274220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33475"/>
            <a:ext cx="10715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4AAF3F-AEB4-47D2-803E-409C9C7F7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531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26577"/>
                </a:solidFill>
              </a:defRPr>
            </a:defPPr>
            <a:lvl1pPr algn="l">
              <a:defRPr sz="1050" b="0">
                <a:solidFill>
                  <a:srgbClr val="526577"/>
                </a:solidFill>
              </a:defRPr>
            </a:lvl1pPr>
            <a:lvl2pPr algn="l">
              <a:defRPr sz="1050" b="0">
                <a:solidFill>
                  <a:srgbClr val="526577"/>
                </a:solidFill>
              </a:defRPr>
            </a:lvl2pPr>
            <a:lvl3pPr algn="l">
              <a:defRPr sz="1050" b="0">
                <a:solidFill>
                  <a:srgbClr val="526577"/>
                </a:solidFill>
              </a:defRPr>
            </a:lvl3pPr>
            <a:lvl4pPr algn="l">
              <a:defRPr sz="1050" b="0">
                <a:solidFill>
                  <a:srgbClr val="526577"/>
                </a:solidFill>
              </a:defRPr>
            </a:lvl4pPr>
            <a:lvl5pPr algn="l">
              <a:defRPr sz="1050" b="0">
                <a:solidFill>
                  <a:srgbClr val="526577"/>
                </a:solidFill>
              </a:defRPr>
            </a:lvl5pPr>
            <a:lvl6pPr algn="l">
              <a:defRPr sz="1050" b="0">
                <a:solidFill>
                  <a:srgbClr val="526577"/>
                </a:solidFill>
              </a:defRPr>
            </a:lvl6pPr>
            <a:lvl7pPr algn="l">
              <a:defRPr sz="1050" b="0">
                <a:solidFill>
                  <a:srgbClr val="526577"/>
                </a:solidFill>
              </a:defRPr>
            </a:lvl7pPr>
            <a:lvl8pPr algn="l">
              <a:defRPr sz="1050" b="0">
                <a:solidFill>
                  <a:srgbClr val="526577"/>
                </a:solidFill>
              </a:defRPr>
            </a:lvl8pPr>
            <a:lvl9pPr algn="l">
              <a:defRPr sz="1050" b="0">
                <a:solidFill>
                  <a:srgbClr val="526577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577"/>
                </a:solidFill>
              </a:defRPr>
            </a:pPr>
            <a:r>
              <a:rPr sz="1050" b="0">
                <a:solidFill>
                  <a:srgbClr val="526577"/>
                </a:solidFill>
              </a:rPr>
              <a:t>VaultX  /  MongoDB course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A2BE9B-F268-47FC-8C47-9B27D9F67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3531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0">
                <a:solidFill>
                  <a:srgbClr val="526577"/>
                </a:solidFill>
              </a:defRPr>
            </a:defPPr>
            <a:lvl1pPr algn="r">
              <a:defRPr sz="1050" b="0">
                <a:solidFill>
                  <a:srgbClr val="526577"/>
                </a:solidFill>
              </a:defRPr>
            </a:lvl1pPr>
            <a:lvl2pPr algn="r">
              <a:defRPr sz="1050" b="0">
                <a:solidFill>
                  <a:srgbClr val="526577"/>
                </a:solidFill>
              </a:defRPr>
            </a:lvl2pPr>
            <a:lvl3pPr algn="r">
              <a:defRPr sz="1050" b="0">
                <a:solidFill>
                  <a:srgbClr val="526577"/>
                </a:solidFill>
              </a:defRPr>
            </a:lvl3pPr>
            <a:lvl4pPr algn="r">
              <a:defRPr sz="1050" b="0">
                <a:solidFill>
                  <a:srgbClr val="526577"/>
                </a:solidFill>
              </a:defRPr>
            </a:lvl4pPr>
            <a:lvl5pPr algn="r">
              <a:defRPr sz="1050" b="0">
                <a:solidFill>
                  <a:srgbClr val="526577"/>
                </a:solidFill>
              </a:defRPr>
            </a:lvl5pPr>
            <a:lvl6pPr algn="r">
              <a:defRPr sz="1050" b="0">
                <a:solidFill>
                  <a:srgbClr val="526577"/>
                </a:solidFill>
              </a:defRPr>
            </a:lvl6pPr>
            <a:lvl7pPr algn="r">
              <a:defRPr sz="1050" b="0">
                <a:solidFill>
                  <a:srgbClr val="526577"/>
                </a:solidFill>
              </a:defRPr>
            </a:lvl7pPr>
            <a:lvl8pPr algn="r">
              <a:defRPr sz="1050" b="0">
                <a:solidFill>
                  <a:srgbClr val="526577"/>
                </a:solidFill>
              </a:defRPr>
            </a:lvl8pPr>
            <a:lvl9pPr algn="r">
              <a:defRPr sz="1050" b="0">
                <a:solidFill>
                  <a:srgbClr val="526577"/>
                </a:solidFill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26577"/>
                </a:solidFill>
              </a:defRPr>
            </a:pPr>
            <a:r>
              <a:rPr sz="1050" b="0">
                <a:solidFill>
                  <a:srgbClr val="526577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EFC830-5D9C-4A88-8167-75A6525B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14475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526577"/>
                </a:solidFill>
              </a:defRPr>
            </a:defPPr>
            <a:lvl1pPr algn="l">
              <a:defRPr sz="1800" b="0">
                <a:solidFill>
                  <a:srgbClr val="526577"/>
                </a:solidFill>
              </a:defRPr>
            </a:lvl1pPr>
            <a:lvl2pPr algn="l">
              <a:defRPr sz="1800" b="0">
                <a:solidFill>
                  <a:srgbClr val="526577"/>
                </a:solidFill>
              </a:defRPr>
            </a:lvl2pPr>
            <a:lvl3pPr algn="l">
              <a:defRPr sz="1800" b="0">
                <a:solidFill>
                  <a:srgbClr val="526577"/>
                </a:solidFill>
              </a:defRPr>
            </a:lvl3pPr>
            <a:lvl4pPr algn="l">
              <a:defRPr sz="1800" b="0">
                <a:solidFill>
                  <a:srgbClr val="526577"/>
                </a:solidFill>
              </a:defRPr>
            </a:lvl4pPr>
            <a:lvl5pPr algn="l">
              <a:defRPr sz="1800" b="0">
                <a:solidFill>
                  <a:srgbClr val="526577"/>
                </a:solidFill>
              </a:defRPr>
            </a:lvl5pPr>
            <a:lvl6pPr algn="l">
              <a:defRPr sz="1800" b="0">
                <a:solidFill>
                  <a:srgbClr val="526577"/>
                </a:solidFill>
              </a:defRPr>
            </a:lvl6pPr>
            <a:lvl7pPr algn="l">
              <a:defRPr sz="1800" b="0">
                <a:solidFill>
                  <a:srgbClr val="526577"/>
                </a:solidFill>
              </a:defRPr>
            </a:lvl7pPr>
            <a:lvl8pPr algn="l">
              <a:defRPr sz="1800" b="0">
                <a:solidFill>
                  <a:srgbClr val="526577"/>
                </a:solidFill>
              </a:defRPr>
            </a:lvl8pPr>
            <a:lvl9pPr algn="l">
              <a:defRPr sz="1800" b="0">
                <a:solidFill>
                  <a:srgbClr val="526577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6577"/>
                </a:solidFill>
              </a:defRPr>
            </a:pPr>
            <a:r>
              <a:rPr sz="1800" b="0">
                <a:solidFill>
                  <a:srgbClr val="526577"/>
                </a:solidFill>
              </a:rPr>
              <a:t>Large file means at least 5 MB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725CF880-6B5B-4AE4-B85C-526D36DF3A40}"/>
              </a:ext>
            </a:extLst>
          </p:cNvPr>
          <p:cNvGraphicFramePr/>
          <p:nvPr/>
        </p:nvGraphicFramePr>
        <p:xfrm>
          <a:off xmlns:a="http://schemas.openxmlformats.org/drawingml/2006/main" x="762000" y="2333625"/>
          <a:ext xmlns:a="http://schemas.openxmlformats.org/drawingml/2006/main" cx="10191750" cy="3286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2d643d20e024bde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3C7118-54DF-456E-A206-858227105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526577"/>
                </a:solidFill>
              </a:defRPr>
            </a:defPPr>
            <a:lvl1pPr algn="l">
              <a:defRPr sz="1350" b="0">
                <a:solidFill>
                  <a:srgbClr val="526577"/>
                </a:solidFill>
              </a:defRPr>
            </a:lvl1pPr>
            <a:lvl2pPr algn="l">
              <a:defRPr sz="1350" b="0">
                <a:solidFill>
                  <a:srgbClr val="526577"/>
                </a:solidFill>
              </a:defRPr>
            </a:lvl2pPr>
            <a:lvl3pPr algn="l">
              <a:defRPr sz="1350" b="0">
                <a:solidFill>
                  <a:srgbClr val="526577"/>
                </a:solidFill>
              </a:defRPr>
            </a:lvl3pPr>
            <a:lvl4pPr algn="l">
              <a:defRPr sz="1350" b="0">
                <a:solidFill>
                  <a:srgbClr val="526577"/>
                </a:solidFill>
              </a:defRPr>
            </a:lvl4pPr>
            <a:lvl5pPr algn="l">
              <a:defRPr sz="1350" b="0">
                <a:solidFill>
                  <a:srgbClr val="526577"/>
                </a:solidFill>
              </a:defRPr>
            </a:lvl5pPr>
            <a:lvl6pPr algn="l">
              <a:defRPr sz="1350" b="0">
                <a:solidFill>
                  <a:srgbClr val="526577"/>
                </a:solidFill>
              </a:defRPr>
            </a:lvl6pPr>
            <a:lvl7pPr algn="l">
              <a:defRPr sz="1350" b="0">
                <a:solidFill>
                  <a:srgbClr val="526577"/>
                </a:solidFill>
              </a:defRPr>
            </a:lvl7pPr>
            <a:lvl8pPr algn="l">
              <a:defRPr sz="1350" b="0">
                <a:solidFill>
                  <a:srgbClr val="526577"/>
                </a:solidFill>
              </a:defRPr>
            </a:lvl8pPr>
            <a:lvl9pPr algn="l">
              <a:defRPr sz="1350" b="0">
                <a:solidFill>
                  <a:srgbClr val="526577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577"/>
                </a:solidFill>
              </a:defRPr>
            </a:pPr>
            <a:r>
              <a:rPr sz="1350" b="0">
                <a:solidFill>
                  <a:srgbClr val="526577"/>
                </a:solidFill>
              </a:rPr>
              <a:t>Percent on the 150-record synthetic test set</a:t>
            </a:r>
          </a:p>
        </p:txBody>
      </p:sp>
    </p:spTree>
    <p:extLst>
      <p:ext uri="{BB962C8B-B14F-4D97-AF65-F5344CB8AC3E}">
        <p14:creationId xmlns:p14="http://schemas.microsoft.com/office/powerpoint/2010/main" val="2554025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DE2812-558F-40E4-BD3A-66D4997C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700" b="1">
                <a:solidFill>
                  <a:srgbClr val="112E4D"/>
                </a:solidFill>
              </a:defRPr>
            </a:defPPr>
            <a:lvl1pPr algn="l">
              <a:defRPr sz="2700" b="1">
                <a:solidFill>
                  <a:srgbClr val="112E4D"/>
                </a:solidFill>
              </a:defRPr>
            </a:lvl1pPr>
            <a:lvl2pPr algn="l">
              <a:defRPr sz="2700" b="1">
                <a:solidFill>
                  <a:srgbClr val="112E4D"/>
                </a:solidFill>
              </a:defRPr>
            </a:lvl2pPr>
            <a:lvl3pPr algn="l">
              <a:defRPr sz="2700" b="1">
                <a:solidFill>
                  <a:srgbClr val="112E4D"/>
                </a:solidFill>
              </a:defRPr>
            </a:lvl3pPr>
            <a:lvl4pPr algn="l">
              <a:defRPr sz="2700" b="1">
                <a:solidFill>
                  <a:srgbClr val="112E4D"/>
                </a:solidFill>
              </a:defRPr>
            </a:lvl4pPr>
            <a:lvl5pPr algn="l">
              <a:defRPr sz="2700" b="1">
                <a:solidFill>
                  <a:srgbClr val="112E4D"/>
                </a:solidFill>
              </a:defRPr>
            </a:lvl5pPr>
            <a:lvl6pPr algn="l">
              <a:defRPr sz="2700" b="1">
                <a:solidFill>
                  <a:srgbClr val="112E4D"/>
                </a:solidFill>
              </a:defRPr>
            </a:lvl6pPr>
            <a:lvl7pPr algn="l">
              <a:defRPr sz="2700" b="1">
                <a:solidFill>
                  <a:srgbClr val="112E4D"/>
                </a:solidFill>
              </a:defRPr>
            </a:lvl7pPr>
            <a:lvl8pPr algn="l">
              <a:defRPr sz="2700" b="1">
                <a:solidFill>
                  <a:srgbClr val="112E4D"/>
                </a:solidFill>
              </a:defRPr>
            </a:lvl8pPr>
            <a:lvl9pPr algn="l">
              <a:defRPr sz="2700" b="1">
                <a:solidFill>
                  <a:srgbClr val="112E4D"/>
                </a:solidFill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12E4D"/>
                </a:solidFill>
              </a:defRPr>
            </a:pPr>
            <a:r>
              <a:rPr sz="2700" b="1">
                <a:solidFill>
                  <a:srgbClr val="112E4D"/>
                </a:solidFill>
              </a:rPr>
              <a:t>What the results show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8FD12B-AA18-4E5A-B791-8450F2A9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33475"/>
            <a:ext cx="10715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9C0984-5CD3-4181-8C0C-1672689E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531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26577"/>
                </a:solidFill>
              </a:defRPr>
            </a:defPPr>
            <a:lvl1pPr algn="l">
              <a:defRPr sz="1050" b="0">
                <a:solidFill>
                  <a:srgbClr val="526577"/>
                </a:solidFill>
              </a:defRPr>
            </a:lvl1pPr>
            <a:lvl2pPr algn="l">
              <a:defRPr sz="1050" b="0">
                <a:solidFill>
                  <a:srgbClr val="526577"/>
                </a:solidFill>
              </a:defRPr>
            </a:lvl2pPr>
            <a:lvl3pPr algn="l">
              <a:defRPr sz="1050" b="0">
                <a:solidFill>
                  <a:srgbClr val="526577"/>
                </a:solidFill>
              </a:defRPr>
            </a:lvl3pPr>
            <a:lvl4pPr algn="l">
              <a:defRPr sz="1050" b="0">
                <a:solidFill>
                  <a:srgbClr val="526577"/>
                </a:solidFill>
              </a:defRPr>
            </a:lvl4pPr>
            <a:lvl5pPr algn="l">
              <a:defRPr sz="1050" b="0">
                <a:solidFill>
                  <a:srgbClr val="526577"/>
                </a:solidFill>
              </a:defRPr>
            </a:lvl5pPr>
            <a:lvl6pPr algn="l">
              <a:defRPr sz="1050" b="0">
                <a:solidFill>
                  <a:srgbClr val="526577"/>
                </a:solidFill>
              </a:defRPr>
            </a:lvl6pPr>
            <a:lvl7pPr algn="l">
              <a:defRPr sz="1050" b="0">
                <a:solidFill>
                  <a:srgbClr val="526577"/>
                </a:solidFill>
              </a:defRPr>
            </a:lvl7pPr>
            <a:lvl8pPr algn="l">
              <a:defRPr sz="1050" b="0">
                <a:solidFill>
                  <a:srgbClr val="526577"/>
                </a:solidFill>
              </a:defRPr>
            </a:lvl8pPr>
            <a:lvl9pPr algn="l">
              <a:defRPr sz="1050" b="0">
                <a:solidFill>
                  <a:srgbClr val="526577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577"/>
                </a:solidFill>
              </a:defRPr>
            </a:pPr>
            <a:r>
              <a:rPr sz="1050" b="0">
                <a:solidFill>
                  <a:srgbClr val="526577"/>
                </a:solidFill>
              </a:rPr>
              <a:t>VaultX  /  MongoDB course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8A828D-CE6F-48CA-973B-A9369A52A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3531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0">
                <a:solidFill>
                  <a:srgbClr val="526577"/>
                </a:solidFill>
              </a:defRPr>
            </a:defPPr>
            <a:lvl1pPr algn="r">
              <a:defRPr sz="1050" b="0">
                <a:solidFill>
                  <a:srgbClr val="526577"/>
                </a:solidFill>
              </a:defRPr>
            </a:lvl1pPr>
            <a:lvl2pPr algn="r">
              <a:defRPr sz="1050" b="0">
                <a:solidFill>
                  <a:srgbClr val="526577"/>
                </a:solidFill>
              </a:defRPr>
            </a:lvl2pPr>
            <a:lvl3pPr algn="r">
              <a:defRPr sz="1050" b="0">
                <a:solidFill>
                  <a:srgbClr val="526577"/>
                </a:solidFill>
              </a:defRPr>
            </a:lvl3pPr>
            <a:lvl4pPr algn="r">
              <a:defRPr sz="1050" b="0">
                <a:solidFill>
                  <a:srgbClr val="526577"/>
                </a:solidFill>
              </a:defRPr>
            </a:lvl4pPr>
            <a:lvl5pPr algn="r">
              <a:defRPr sz="1050" b="0">
                <a:solidFill>
                  <a:srgbClr val="526577"/>
                </a:solidFill>
              </a:defRPr>
            </a:lvl5pPr>
            <a:lvl6pPr algn="r">
              <a:defRPr sz="1050" b="0">
                <a:solidFill>
                  <a:srgbClr val="526577"/>
                </a:solidFill>
              </a:defRPr>
            </a:lvl6pPr>
            <a:lvl7pPr algn="r">
              <a:defRPr sz="1050" b="0">
                <a:solidFill>
                  <a:srgbClr val="526577"/>
                </a:solidFill>
              </a:defRPr>
            </a:lvl7pPr>
            <a:lvl8pPr algn="r">
              <a:defRPr sz="1050" b="0">
                <a:solidFill>
                  <a:srgbClr val="526577"/>
                </a:solidFill>
              </a:defRPr>
            </a:lvl8pPr>
            <a:lvl9pPr algn="r">
              <a:defRPr sz="1050" b="0">
                <a:solidFill>
                  <a:srgbClr val="526577"/>
                </a:solidFill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26577"/>
                </a:solidFill>
              </a:defRPr>
            </a:pPr>
            <a:r>
              <a:rPr sz="1050" b="0">
                <a:solidFill>
                  <a:srgbClr val="526577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4F5681-8B41-48DA-95CB-77603007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52575"/>
            <a:ext cx="4714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287A77"/>
                </a:solidFill>
              </a:defRPr>
            </a:defPPr>
            <a:lvl1pPr algn="l">
              <a:defRPr sz="2025" b="1">
                <a:solidFill>
                  <a:srgbClr val="287A77"/>
                </a:solidFill>
              </a:defRPr>
            </a:lvl1pPr>
            <a:lvl2pPr algn="l">
              <a:defRPr sz="2025" b="1">
                <a:solidFill>
                  <a:srgbClr val="287A77"/>
                </a:solidFill>
              </a:defRPr>
            </a:lvl2pPr>
            <a:lvl3pPr algn="l">
              <a:defRPr sz="2025" b="1">
                <a:solidFill>
                  <a:srgbClr val="287A77"/>
                </a:solidFill>
              </a:defRPr>
            </a:lvl3pPr>
            <a:lvl4pPr algn="l">
              <a:defRPr sz="2025" b="1">
                <a:solidFill>
                  <a:srgbClr val="287A77"/>
                </a:solidFill>
              </a:defRPr>
            </a:lvl4pPr>
            <a:lvl5pPr algn="l">
              <a:defRPr sz="2025" b="1">
                <a:solidFill>
                  <a:srgbClr val="287A77"/>
                </a:solidFill>
              </a:defRPr>
            </a:lvl5pPr>
            <a:lvl6pPr algn="l">
              <a:defRPr sz="2025" b="1">
                <a:solidFill>
                  <a:srgbClr val="287A77"/>
                </a:solidFill>
              </a:defRPr>
            </a:lvl6pPr>
            <a:lvl7pPr algn="l">
              <a:defRPr sz="2025" b="1">
                <a:solidFill>
                  <a:srgbClr val="287A77"/>
                </a:solidFill>
              </a:defRPr>
            </a:lvl7pPr>
            <a:lvl8pPr algn="l">
              <a:defRPr sz="2025" b="1">
                <a:solidFill>
                  <a:srgbClr val="287A77"/>
                </a:solidFill>
              </a:defRPr>
            </a:lvl8pPr>
            <a:lvl9pPr algn="l">
              <a:defRPr sz="2025" b="1">
                <a:solidFill>
                  <a:srgbClr val="287A77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87A77"/>
                </a:solidFill>
              </a:defRPr>
            </a:pPr>
            <a:r>
              <a:rPr sz="2025" b="1">
                <a:solidFill>
                  <a:srgbClr val="287A77"/>
                </a:solidFill>
              </a:rPr>
              <a:t>Demonstrated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24D8E1-18CF-4937-8E40-781A1E694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4429125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1D2B38"/>
                </a:solidFill>
              </a:defRPr>
            </a:defPPr>
            <a:lvl1pPr algn="l">
              <a:defRPr sz="1800" b="0">
                <a:solidFill>
                  <a:srgbClr val="1D2B38"/>
                </a:solidFill>
              </a:defRPr>
            </a:lvl1pPr>
            <a:lvl2pPr algn="l">
              <a:defRPr sz="1800" b="0">
                <a:solidFill>
                  <a:srgbClr val="1D2B38"/>
                </a:solidFill>
              </a:defRPr>
            </a:lvl2pPr>
            <a:lvl3pPr algn="l">
              <a:defRPr sz="1800" b="0">
                <a:solidFill>
                  <a:srgbClr val="1D2B38"/>
                </a:solidFill>
              </a:defRPr>
            </a:lvl3pPr>
            <a:lvl4pPr algn="l">
              <a:defRPr sz="1800" b="0">
                <a:solidFill>
                  <a:srgbClr val="1D2B38"/>
                </a:solidFill>
              </a:defRPr>
            </a:lvl4pPr>
            <a:lvl5pPr algn="l">
              <a:defRPr sz="1800" b="0">
                <a:solidFill>
                  <a:srgbClr val="1D2B38"/>
                </a:solidFill>
              </a:defRPr>
            </a:lvl5pPr>
            <a:lvl6pPr algn="l">
              <a:defRPr sz="1800" b="0">
                <a:solidFill>
                  <a:srgbClr val="1D2B38"/>
                </a:solidFill>
              </a:defRPr>
            </a:lvl6pPr>
            <a:lvl7pPr algn="l">
              <a:defRPr sz="1800" b="0">
                <a:solidFill>
                  <a:srgbClr val="1D2B38"/>
                </a:solidFill>
              </a:defRPr>
            </a:lvl7pPr>
            <a:lvl8pPr algn="l">
              <a:defRPr sz="1800" b="0">
                <a:solidFill>
                  <a:srgbClr val="1D2B38"/>
                </a:solidFill>
              </a:defRPr>
            </a:lvl8pPr>
            <a:lvl9pPr algn="l">
              <a:defRPr sz="1800" b="0">
                <a:solidFill>
                  <a:srgbClr val="1D2B38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D2B38"/>
                </a:solidFill>
              </a:defRPr>
            </a:pPr>
            <a:r>
              <a:rPr sz="1800" b="0">
                <a:solidFill>
                  <a:srgbClr val="1D2B38"/>
                </a:solidFill>
              </a:rPr>
              <a:t>The PyMongo workflow, preprocessing, model training and evaluation run end to end on a reproducible dataset.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4E8BEF-D3B3-422E-B83D-3E95CD25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571625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C39C49-6A8D-47DE-BCB7-FF0E3027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55257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C87642"/>
                </a:solidFill>
              </a:defRPr>
            </a:defPPr>
            <a:lvl1pPr algn="l">
              <a:defRPr sz="2025" b="1">
                <a:solidFill>
                  <a:srgbClr val="C87642"/>
                </a:solidFill>
              </a:defRPr>
            </a:lvl1pPr>
            <a:lvl2pPr algn="l">
              <a:defRPr sz="2025" b="1">
                <a:solidFill>
                  <a:srgbClr val="C87642"/>
                </a:solidFill>
              </a:defRPr>
            </a:lvl2pPr>
            <a:lvl3pPr algn="l">
              <a:defRPr sz="2025" b="1">
                <a:solidFill>
                  <a:srgbClr val="C87642"/>
                </a:solidFill>
              </a:defRPr>
            </a:lvl3pPr>
            <a:lvl4pPr algn="l">
              <a:defRPr sz="2025" b="1">
                <a:solidFill>
                  <a:srgbClr val="C87642"/>
                </a:solidFill>
              </a:defRPr>
            </a:lvl4pPr>
            <a:lvl5pPr algn="l">
              <a:defRPr sz="2025" b="1">
                <a:solidFill>
                  <a:srgbClr val="C87642"/>
                </a:solidFill>
              </a:defRPr>
            </a:lvl5pPr>
            <a:lvl6pPr algn="l">
              <a:defRPr sz="2025" b="1">
                <a:solidFill>
                  <a:srgbClr val="C87642"/>
                </a:solidFill>
              </a:defRPr>
            </a:lvl6pPr>
            <a:lvl7pPr algn="l">
              <a:defRPr sz="2025" b="1">
                <a:solidFill>
                  <a:srgbClr val="C87642"/>
                </a:solidFill>
              </a:defRPr>
            </a:lvl7pPr>
            <a:lvl8pPr algn="l">
              <a:defRPr sz="2025" b="1">
                <a:solidFill>
                  <a:srgbClr val="C87642"/>
                </a:solidFill>
              </a:defRPr>
            </a:lvl8pPr>
            <a:lvl9pPr algn="l">
              <a:defRPr sz="2025" b="1">
                <a:solidFill>
                  <a:srgbClr val="C87642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C87642"/>
                </a:solidFill>
              </a:defRPr>
            </a:pPr>
            <a:r>
              <a:rPr sz="2025" b="1">
                <a:solidFill>
                  <a:srgbClr val="C87642"/>
                </a:solidFill>
              </a:rPr>
              <a:t>Still unproven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2F6F73-C9E1-4381-931B-05337E499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90750"/>
            <a:ext cx="433387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1D2B38"/>
                </a:solidFill>
              </a:defRPr>
            </a:defPPr>
            <a:lvl1pPr algn="l">
              <a:defRPr sz="1800" b="0">
                <a:solidFill>
                  <a:srgbClr val="1D2B38"/>
                </a:solidFill>
              </a:defRPr>
            </a:lvl1pPr>
            <a:lvl2pPr algn="l">
              <a:defRPr sz="1800" b="0">
                <a:solidFill>
                  <a:srgbClr val="1D2B38"/>
                </a:solidFill>
              </a:defRPr>
            </a:lvl2pPr>
            <a:lvl3pPr algn="l">
              <a:defRPr sz="1800" b="0">
                <a:solidFill>
                  <a:srgbClr val="1D2B38"/>
                </a:solidFill>
              </a:defRPr>
            </a:lvl3pPr>
            <a:lvl4pPr algn="l">
              <a:defRPr sz="1800" b="0">
                <a:solidFill>
                  <a:srgbClr val="1D2B38"/>
                </a:solidFill>
              </a:defRPr>
            </a:lvl4pPr>
            <a:lvl5pPr algn="l">
              <a:defRPr sz="1800" b="0">
                <a:solidFill>
                  <a:srgbClr val="1D2B38"/>
                </a:solidFill>
              </a:defRPr>
            </a:lvl5pPr>
            <a:lvl6pPr algn="l">
              <a:defRPr sz="1800" b="0">
                <a:solidFill>
                  <a:srgbClr val="1D2B38"/>
                </a:solidFill>
              </a:defRPr>
            </a:lvl6pPr>
            <a:lvl7pPr algn="l">
              <a:defRPr sz="1800" b="0">
                <a:solidFill>
                  <a:srgbClr val="1D2B38"/>
                </a:solidFill>
              </a:defRPr>
            </a:lvl7pPr>
            <a:lvl8pPr algn="l">
              <a:defRPr sz="1800" b="0">
                <a:solidFill>
                  <a:srgbClr val="1D2B38"/>
                </a:solidFill>
              </a:defRPr>
            </a:lvl8pPr>
            <a:lvl9pPr algn="l">
              <a:defRPr sz="1800" b="0">
                <a:solidFill>
                  <a:srgbClr val="1D2B38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D2B38"/>
                </a:solidFill>
              </a:defRPr>
            </a:pPr>
            <a:r>
              <a:rPr sz="1800" b="0">
                <a:solidFill>
                  <a:srgbClr val="1D2B38"/>
                </a:solidFill>
              </a:rPr>
              <a:t>Performance on real vault data. On 18 October 2026, the live check found 10 usable file records, with one at least 5 MB. That is below the training threshold.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3A6777-D4C6-4BAA-92BF-B84B148B0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019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112E4D"/>
                </a:solidFill>
              </a:defRPr>
            </a:defPPr>
            <a:lvl1pPr algn="l">
              <a:defRPr sz="1650" b="1">
                <a:solidFill>
                  <a:srgbClr val="112E4D"/>
                </a:solidFill>
              </a:defRPr>
            </a:lvl1pPr>
            <a:lvl2pPr algn="l">
              <a:defRPr sz="1650" b="1">
                <a:solidFill>
                  <a:srgbClr val="112E4D"/>
                </a:solidFill>
              </a:defRPr>
            </a:lvl2pPr>
            <a:lvl3pPr algn="l">
              <a:defRPr sz="1650" b="1">
                <a:solidFill>
                  <a:srgbClr val="112E4D"/>
                </a:solidFill>
              </a:defRPr>
            </a:lvl3pPr>
            <a:lvl4pPr algn="l">
              <a:defRPr sz="1650" b="1">
                <a:solidFill>
                  <a:srgbClr val="112E4D"/>
                </a:solidFill>
              </a:defRPr>
            </a:lvl4pPr>
            <a:lvl5pPr algn="l">
              <a:defRPr sz="1650" b="1">
                <a:solidFill>
                  <a:srgbClr val="112E4D"/>
                </a:solidFill>
              </a:defRPr>
            </a:lvl5pPr>
            <a:lvl6pPr algn="l">
              <a:defRPr sz="1650" b="1">
                <a:solidFill>
                  <a:srgbClr val="112E4D"/>
                </a:solidFill>
              </a:defRPr>
            </a:lvl6pPr>
            <a:lvl7pPr algn="l">
              <a:defRPr sz="1650" b="1">
                <a:solidFill>
                  <a:srgbClr val="112E4D"/>
                </a:solidFill>
              </a:defRPr>
            </a:lvl7pPr>
            <a:lvl8pPr algn="l">
              <a:defRPr sz="1650" b="1">
                <a:solidFill>
                  <a:srgbClr val="112E4D"/>
                </a:solidFill>
              </a:defRPr>
            </a:lvl8pPr>
            <a:lvl9pPr algn="l">
              <a:defRPr sz="1650" b="1">
                <a:solidFill>
                  <a:srgbClr val="112E4D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12E4D"/>
                </a:solidFill>
              </a:defRPr>
            </a:pPr>
            <a:r>
              <a:rPr sz="1650" b="1">
                <a:solidFill>
                  <a:srgbClr val="112E4D"/>
                </a:solidFill>
              </a:rPr>
              <a:t>The metrics are a demo result, not a production accuracy claim.</a:t>
            </a:r>
          </a:p>
        </p:txBody>
      </p:sp>
    </p:spTree>
    <p:extLst>
      <p:ext uri="{BB962C8B-B14F-4D97-AF65-F5344CB8AC3E}">
        <p14:creationId xmlns:p14="http://schemas.microsoft.com/office/powerpoint/2010/main" val="8339139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7A6C6B-5865-47CD-981C-EC86CB89A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19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700" b="1">
                <a:solidFill>
                  <a:srgbClr val="112E4D"/>
                </a:solidFill>
              </a:defRPr>
            </a:defPPr>
            <a:lvl1pPr algn="l">
              <a:defRPr sz="2700" b="1">
                <a:solidFill>
                  <a:srgbClr val="112E4D"/>
                </a:solidFill>
              </a:defRPr>
            </a:lvl1pPr>
            <a:lvl2pPr algn="l">
              <a:defRPr sz="2700" b="1">
                <a:solidFill>
                  <a:srgbClr val="112E4D"/>
                </a:solidFill>
              </a:defRPr>
            </a:lvl2pPr>
            <a:lvl3pPr algn="l">
              <a:defRPr sz="2700" b="1">
                <a:solidFill>
                  <a:srgbClr val="112E4D"/>
                </a:solidFill>
              </a:defRPr>
            </a:lvl3pPr>
            <a:lvl4pPr algn="l">
              <a:defRPr sz="2700" b="1">
                <a:solidFill>
                  <a:srgbClr val="112E4D"/>
                </a:solidFill>
              </a:defRPr>
            </a:lvl4pPr>
            <a:lvl5pPr algn="l">
              <a:defRPr sz="2700" b="1">
                <a:solidFill>
                  <a:srgbClr val="112E4D"/>
                </a:solidFill>
              </a:defRPr>
            </a:lvl5pPr>
            <a:lvl6pPr algn="l">
              <a:defRPr sz="2700" b="1">
                <a:solidFill>
                  <a:srgbClr val="112E4D"/>
                </a:solidFill>
              </a:defRPr>
            </a:lvl6pPr>
            <a:lvl7pPr algn="l">
              <a:defRPr sz="2700" b="1">
                <a:solidFill>
                  <a:srgbClr val="112E4D"/>
                </a:solidFill>
              </a:defRPr>
            </a:lvl7pPr>
            <a:lvl8pPr algn="l">
              <a:defRPr sz="2700" b="1">
                <a:solidFill>
                  <a:srgbClr val="112E4D"/>
                </a:solidFill>
              </a:defRPr>
            </a:lvl8pPr>
            <a:lvl9pPr algn="l">
              <a:defRPr sz="2700" b="1">
                <a:solidFill>
                  <a:srgbClr val="112E4D"/>
                </a:solidFill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12E4D"/>
                </a:solidFill>
              </a:defRPr>
            </a:pPr>
            <a:r>
              <a:rPr sz="2700" b="1">
                <a:solidFill>
                  <a:srgbClr val="112E4D"/>
                </a:solidFill>
              </a:rPr>
              <a:t>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A0CB14-33BB-4CB8-86FB-84D80350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33475"/>
            <a:ext cx="10715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8255CB-EA61-48E0-AB66-4DD54E94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531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050" b="0">
                <a:solidFill>
                  <a:srgbClr val="526577"/>
                </a:solidFill>
              </a:defRPr>
            </a:defPPr>
            <a:lvl1pPr algn="l">
              <a:defRPr sz="1050" b="0">
                <a:solidFill>
                  <a:srgbClr val="526577"/>
                </a:solidFill>
              </a:defRPr>
            </a:lvl1pPr>
            <a:lvl2pPr algn="l">
              <a:defRPr sz="1050" b="0">
                <a:solidFill>
                  <a:srgbClr val="526577"/>
                </a:solidFill>
              </a:defRPr>
            </a:lvl2pPr>
            <a:lvl3pPr algn="l">
              <a:defRPr sz="1050" b="0">
                <a:solidFill>
                  <a:srgbClr val="526577"/>
                </a:solidFill>
              </a:defRPr>
            </a:lvl3pPr>
            <a:lvl4pPr algn="l">
              <a:defRPr sz="1050" b="0">
                <a:solidFill>
                  <a:srgbClr val="526577"/>
                </a:solidFill>
              </a:defRPr>
            </a:lvl4pPr>
            <a:lvl5pPr algn="l">
              <a:defRPr sz="1050" b="0">
                <a:solidFill>
                  <a:srgbClr val="526577"/>
                </a:solidFill>
              </a:defRPr>
            </a:lvl5pPr>
            <a:lvl6pPr algn="l">
              <a:defRPr sz="1050" b="0">
                <a:solidFill>
                  <a:srgbClr val="526577"/>
                </a:solidFill>
              </a:defRPr>
            </a:lvl6pPr>
            <a:lvl7pPr algn="l">
              <a:defRPr sz="1050" b="0">
                <a:solidFill>
                  <a:srgbClr val="526577"/>
                </a:solidFill>
              </a:defRPr>
            </a:lvl7pPr>
            <a:lvl8pPr algn="l">
              <a:defRPr sz="1050" b="0">
                <a:solidFill>
                  <a:srgbClr val="526577"/>
                </a:solidFill>
              </a:defRPr>
            </a:lvl8pPr>
            <a:lvl9pPr algn="l">
              <a:defRPr sz="1050" b="0">
                <a:solidFill>
                  <a:srgbClr val="526577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26577"/>
                </a:solidFill>
              </a:defRPr>
            </a:pPr>
            <a:r>
              <a:rPr sz="1050" b="0">
                <a:solidFill>
                  <a:srgbClr val="526577"/>
                </a:solidFill>
              </a:rPr>
              <a:t>VaultX  /  MongoDB course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4B04F5-364E-4940-876D-26171D69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35317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050" b="0">
                <a:solidFill>
                  <a:srgbClr val="526577"/>
                </a:solidFill>
              </a:defRPr>
            </a:defPPr>
            <a:lvl1pPr algn="r">
              <a:defRPr sz="1050" b="0">
                <a:solidFill>
                  <a:srgbClr val="526577"/>
                </a:solidFill>
              </a:defRPr>
            </a:lvl1pPr>
            <a:lvl2pPr algn="r">
              <a:defRPr sz="1050" b="0">
                <a:solidFill>
                  <a:srgbClr val="526577"/>
                </a:solidFill>
              </a:defRPr>
            </a:lvl2pPr>
            <a:lvl3pPr algn="r">
              <a:defRPr sz="1050" b="0">
                <a:solidFill>
                  <a:srgbClr val="526577"/>
                </a:solidFill>
              </a:defRPr>
            </a:lvl3pPr>
            <a:lvl4pPr algn="r">
              <a:defRPr sz="1050" b="0">
                <a:solidFill>
                  <a:srgbClr val="526577"/>
                </a:solidFill>
              </a:defRPr>
            </a:lvl4pPr>
            <a:lvl5pPr algn="r">
              <a:defRPr sz="1050" b="0">
                <a:solidFill>
                  <a:srgbClr val="526577"/>
                </a:solidFill>
              </a:defRPr>
            </a:lvl5pPr>
            <a:lvl6pPr algn="r">
              <a:defRPr sz="1050" b="0">
                <a:solidFill>
                  <a:srgbClr val="526577"/>
                </a:solidFill>
              </a:defRPr>
            </a:lvl6pPr>
            <a:lvl7pPr algn="r">
              <a:defRPr sz="1050" b="0">
                <a:solidFill>
                  <a:srgbClr val="526577"/>
                </a:solidFill>
              </a:defRPr>
            </a:lvl7pPr>
            <a:lvl8pPr algn="r">
              <a:defRPr sz="1050" b="0">
                <a:solidFill>
                  <a:srgbClr val="526577"/>
                </a:solidFill>
              </a:defRPr>
            </a:lvl8pPr>
            <a:lvl9pPr algn="r">
              <a:defRPr sz="1050" b="0">
                <a:solidFill>
                  <a:srgbClr val="526577"/>
                </a:solidFill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26577"/>
                </a:solidFill>
              </a:defRPr>
            </a:pPr>
            <a:r>
              <a:rPr sz="1050" b="0">
                <a:solidFill>
                  <a:srgbClr val="526577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38EEDE-8FF0-4E93-9B93-C4073FC34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9725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625" b="1">
                <a:solidFill>
                  <a:srgbClr val="112E4D"/>
                </a:solidFill>
              </a:defRPr>
            </a:defPPr>
            <a:lvl1pPr algn="l">
              <a:defRPr sz="2625" b="1">
                <a:solidFill>
                  <a:srgbClr val="112E4D"/>
                </a:solidFill>
              </a:defRPr>
            </a:lvl1pPr>
            <a:lvl2pPr algn="l">
              <a:defRPr sz="2625" b="1">
                <a:solidFill>
                  <a:srgbClr val="112E4D"/>
                </a:solidFill>
              </a:defRPr>
            </a:lvl2pPr>
            <a:lvl3pPr algn="l">
              <a:defRPr sz="2625" b="1">
                <a:solidFill>
                  <a:srgbClr val="112E4D"/>
                </a:solidFill>
              </a:defRPr>
            </a:lvl3pPr>
            <a:lvl4pPr algn="l">
              <a:defRPr sz="2625" b="1">
                <a:solidFill>
                  <a:srgbClr val="112E4D"/>
                </a:solidFill>
              </a:defRPr>
            </a:lvl4pPr>
            <a:lvl5pPr algn="l">
              <a:defRPr sz="2625" b="1">
                <a:solidFill>
                  <a:srgbClr val="112E4D"/>
                </a:solidFill>
              </a:defRPr>
            </a:lvl5pPr>
            <a:lvl6pPr algn="l">
              <a:defRPr sz="2625" b="1">
                <a:solidFill>
                  <a:srgbClr val="112E4D"/>
                </a:solidFill>
              </a:defRPr>
            </a:lvl6pPr>
            <a:lvl7pPr algn="l">
              <a:defRPr sz="2625" b="1">
                <a:solidFill>
                  <a:srgbClr val="112E4D"/>
                </a:solidFill>
              </a:defRPr>
            </a:lvl7pPr>
            <a:lvl8pPr algn="l">
              <a:defRPr sz="2625" b="1">
                <a:solidFill>
                  <a:srgbClr val="112E4D"/>
                </a:solidFill>
              </a:defRPr>
            </a:lvl8pPr>
            <a:lvl9pPr algn="l">
              <a:defRPr sz="2625" b="1">
                <a:solidFill>
                  <a:srgbClr val="112E4D"/>
                </a:solidFill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12E4D"/>
                </a:solidFill>
              </a:defRPr>
            </a:pPr>
            <a:r>
              <a:rPr sz="2625" b="1">
                <a:solidFill>
                  <a:srgbClr val="112E4D"/>
                </a:solidFill>
              </a:rPr>
              <a:t>MongoDB supports both file management and reproducible metadata analysis.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709BA6-0104-4595-BBEB-D35E4355A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24200"/>
            <a:ext cx="5048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287A77"/>
                </a:solidFill>
              </a:defRPr>
            </a:defPPr>
            <a:lvl1pPr algn="l">
              <a:defRPr sz="2025" b="1">
                <a:solidFill>
                  <a:srgbClr val="287A77"/>
                </a:solidFill>
              </a:defRPr>
            </a:lvl1pPr>
            <a:lvl2pPr algn="l">
              <a:defRPr sz="2025" b="1">
                <a:solidFill>
                  <a:srgbClr val="287A77"/>
                </a:solidFill>
              </a:defRPr>
            </a:lvl2pPr>
            <a:lvl3pPr algn="l">
              <a:defRPr sz="2025" b="1">
                <a:solidFill>
                  <a:srgbClr val="287A77"/>
                </a:solidFill>
              </a:defRPr>
            </a:lvl3pPr>
            <a:lvl4pPr algn="l">
              <a:defRPr sz="2025" b="1">
                <a:solidFill>
                  <a:srgbClr val="287A77"/>
                </a:solidFill>
              </a:defRPr>
            </a:lvl4pPr>
            <a:lvl5pPr algn="l">
              <a:defRPr sz="2025" b="1">
                <a:solidFill>
                  <a:srgbClr val="287A77"/>
                </a:solidFill>
              </a:defRPr>
            </a:lvl5pPr>
            <a:lvl6pPr algn="l">
              <a:defRPr sz="2025" b="1">
                <a:solidFill>
                  <a:srgbClr val="287A77"/>
                </a:solidFill>
              </a:defRPr>
            </a:lvl6pPr>
            <a:lvl7pPr algn="l">
              <a:defRPr sz="2025" b="1">
                <a:solidFill>
                  <a:srgbClr val="287A77"/>
                </a:solidFill>
              </a:defRPr>
            </a:lvl7pPr>
            <a:lvl8pPr algn="l">
              <a:defRPr sz="2025" b="1">
                <a:solidFill>
                  <a:srgbClr val="287A77"/>
                </a:solidFill>
              </a:defRPr>
            </a:lvl8pPr>
            <a:lvl9pPr algn="l">
              <a:defRPr sz="2025" b="1">
                <a:solidFill>
                  <a:srgbClr val="287A77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87A77"/>
                </a:solidFill>
              </a:defRPr>
            </a:pPr>
            <a:r>
              <a:rPr sz="2025" b="1">
                <a:solidFill>
                  <a:srgbClr val="287A77"/>
                </a:solidFill>
              </a:rPr>
              <a:t>What is 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265CF7-08C9-4E0B-8B90-C4A2CB96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43325"/>
            <a:ext cx="4953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1D2B38"/>
                </a:solidFill>
              </a:defRPr>
            </a:defPPr>
            <a:lvl1pPr algn="l">
              <a:defRPr sz="1725" b="0">
                <a:solidFill>
                  <a:srgbClr val="1D2B38"/>
                </a:solidFill>
              </a:defRPr>
            </a:lvl1pPr>
            <a:lvl2pPr algn="l">
              <a:defRPr sz="1725" b="0">
                <a:solidFill>
                  <a:srgbClr val="1D2B38"/>
                </a:solidFill>
              </a:defRPr>
            </a:lvl2pPr>
            <a:lvl3pPr algn="l">
              <a:defRPr sz="1725" b="0">
                <a:solidFill>
                  <a:srgbClr val="1D2B38"/>
                </a:solidFill>
              </a:defRPr>
            </a:lvl3pPr>
            <a:lvl4pPr algn="l">
              <a:defRPr sz="1725" b="0">
                <a:solidFill>
                  <a:srgbClr val="1D2B38"/>
                </a:solidFill>
              </a:defRPr>
            </a:lvl4pPr>
            <a:lvl5pPr algn="l">
              <a:defRPr sz="1725" b="0">
                <a:solidFill>
                  <a:srgbClr val="1D2B38"/>
                </a:solidFill>
              </a:defRPr>
            </a:lvl5pPr>
            <a:lvl6pPr algn="l">
              <a:defRPr sz="1725" b="0">
                <a:solidFill>
                  <a:srgbClr val="1D2B38"/>
                </a:solidFill>
              </a:defRPr>
            </a:lvl6pPr>
            <a:lvl7pPr algn="l">
              <a:defRPr sz="1725" b="0">
                <a:solidFill>
                  <a:srgbClr val="1D2B38"/>
                </a:solidFill>
              </a:defRPr>
            </a:lvl7pPr>
            <a:lvl8pPr algn="l">
              <a:defRPr sz="1725" b="0">
                <a:solidFill>
                  <a:srgbClr val="1D2B38"/>
                </a:solidFill>
              </a:defRPr>
            </a:lvl8pPr>
            <a:lvl9pPr algn="l">
              <a:defRPr sz="1725" b="0">
                <a:solidFill>
                  <a:srgbClr val="1D2B38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D2B38"/>
                </a:solidFill>
              </a:defRPr>
            </a:pPr>
            <a:r>
              <a:rPr sz="1725" b="0">
                <a:solidFill>
                  <a:srgbClr val="1D2B38"/>
                </a:solidFill>
              </a:rPr>
              <a:t>Indexed collections, PyMongo aggregation, two trained models and six evaluation metrics.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6514D8-4B09-4BAE-A99B-F660A6AB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143250"/>
            <a:ext cx="190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CE7BF6-2A89-4471-BC7C-73BB5611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24200"/>
            <a:ext cx="44291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C87642"/>
                </a:solidFill>
              </a:defRPr>
            </a:defPPr>
            <a:lvl1pPr algn="l">
              <a:defRPr sz="2025" b="1">
                <a:solidFill>
                  <a:srgbClr val="C87642"/>
                </a:solidFill>
              </a:defRPr>
            </a:lvl1pPr>
            <a:lvl2pPr algn="l">
              <a:defRPr sz="2025" b="1">
                <a:solidFill>
                  <a:srgbClr val="C87642"/>
                </a:solidFill>
              </a:defRPr>
            </a:lvl2pPr>
            <a:lvl3pPr algn="l">
              <a:defRPr sz="2025" b="1">
                <a:solidFill>
                  <a:srgbClr val="C87642"/>
                </a:solidFill>
              </a:defRPr>
            </a:lvl3pPr>
            <a:lvl4pPr algn="l">
              <a:defRPr sz="2025" b="1">
                <a:solidFill>
                  <a:srgbClr val="C87642"/>
                </a:solidFill>
              </a:defRPr>
            </a:lvl4pPr>
            <a:lvl5pPr algn="l">
              <a:defRPr sz="2025" b="1">
                <a:solidFill>
                  <a:srgbClr val="C87642"/>
                </a:solidFill>
              </a:defRPr>
            </a:lvl5pPr>
            <a:lvl6pPr algn="l">
              <a:defRPr sz="2025" b="1">
                <a:solidFill>
                  <a:srgbClr val="C87642"/>
                </a:solidFill>
              </a:defRPr>
            </a:lvl6pPr>
            <a:lvl7pPr algn="l">
              <a:defRPr sz="2025" b="1">
                <a:solidFill>
                  <a:srgbClr val="C87642"/>
                </a:solidFill>
              </a:defRPr>
            </a:lvl7pPr>
            <a:lvl8pPr algn="l">
              <a:defRPr sz="2025" b="1">
                <a:solidFill>
                  <a:srgbClr val="C87642"/>
                </a:solidFill>
              </a:defRPr>
            </a:lvl8pPr>
            <a:lvl9pPr algn="l">
              <a:defRPr sz="2025" b="1">
                <a:solidFill>
                  <a:srgbClr val="C87642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C87642"/>
                </a:solidFill>
              </a:defRPr>
            </a:pPr>
            <a:r>
              <a:rPr sz="2025" b="1">
                <a:solidFill>
                  <a:srgbClr val="C87642"/>
                </a:solidFill>
              </a:rPr>
              <a:t>Next step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B4EC9B-CE2D-4A8B-B267-7994585A6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743325"/>
            <a:ext cx="43338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1D2B38"/>
                </a:solidFill>
              </a:defRPr>
            </a:defPPr>
            <a:lvl1pPr algn="l">
              <a:defRPr sz="1725" b="0">
                <a:solidFill>
                  <a:srgbClr val="1D2B38"/>
                </a:solidFill>
              </a:defRPr>
            </a:lvl1pPr>
            <a:lvl2pPr algn="l">
              <a:defRPr sz="1725" b="0">
                <a:solidFill>
                  <a:srgbClr val="1D2B38"/>
                </a:solidFill>
              </a:defRPr>
            </a:lvl2pPr>
            <a:lvl3pPr algn="l">
              <a:defRPr sz="1725" b="0">
                <a:solidFill>
                  <a:srgbClr val="1D2B38"/>
                </a:solidFill>
              </a:defRPr>
            </a:lvl3pPr>
            <a:lvl4pPr algn="l">
              <a:defRPr sz="1725" b="0">
                <a:solidFill>
                  <a:srgbClr val="1D2B38"/>
                </a:solidFill>
              </a:defRPr>
            </a:lvl4pPr>
            <a:lvl5pPr algn="l">
              <a:defRPr sz="1725" b="0">
                <a:solidFill>
                  <a:srgbClr val="1D2B38"/>
                </a:solidFill>
              </a:defRPr>
            </a:lvl5pPr>
            <a:lvl6pPr algn="l">
              <a:defRPr sz="1725" b="0">
                <a:solidFill>
                  <a:srgbClr val="1D2B38"/>
                </a:solidFill>
              </a:defRPr>
            </a:lvl6pPr>
            <a:lvl7pPr algn="l">
              <a:defRPr sz="1725" b="0">
                <a:solidFill>
                  <a:srgbClr val="1D2B38"/>
                </a:solidFill>
              </a:defRPr>
            </a:lvl7pPr>
            <a:lvl8pPr algn="l">
              <a:defRPr sz="1725" b="0">
                <a:solidFill>
                  <a:srgbClr val="1D2B38"/>
                </a:solidFill>
              </a:defRPr>
            </a:lvl8pPr>
            <a:lvl9pPr algn="l">
              <a:defRPr sz="1725" b="0">
                <a:solidFill>
                  <a:srgbClr val="1D2B38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D2B38"/>
                </a:solidFill>
              </a:defRPr>
            </a:pPr>
            <a:r>
              <a:rPr sz="1725" b="0">
                <a:solidFill>
                  <a:srgbClr val="1D2B38"/>
                </a:solidFill>
              </a:rPr>
              <a:t>Collect enough real file metadata, rerun the held-out evaluation and compare simpler baselines.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33EBC9-0BF7-46B8-B802-E3721AC0C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293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1">
                <a:solidFill>
                  <a:srgbClr val="112E4D"/>
                </a:solidFill>
              </a:defRPr>
            </a:defPPr>
            <a:lvl1pPr algn="l">
              <a:defRPr sz="1875" b="1">
                <a:solidFill>
                  <a:srgbClr val="112E4D"/>
                </a:solidFill>
              </a:defRPr>
            </a:lvl1pPr>
            <a:lvl2pPr algn="l">
              <a:defRPr sz="1875" b="1">
                <a:solidFill>
                  <a:srgbClr val="112E4D"/>
                </a:solidFill>
              </a:defRPr>
            </a:lvl2pPr>
            <a:lvl3pPr algn="l">
              <a:defRPr sz="1875" b="1">
                <a:solidFill>
                  <a:srgbClr val="112E4D"/>
                </a:solidFill>
              </a:defRPr>
            </a:lvl3pPr>
            <a:lvl4pPr algn="l">
              <a:defRPr sz="1875" b="1">
                <a:solidFill>
                  <a:srgbClr val="112E4D"/>
                </a:solidFill>
              </a:defRPr>
            </a:lvl4pPr>
            <a:lvl5pPr algn="l">
              <a:defRPr sz="1875" b="1">
                <a:solidFill>
                  <a:srgbClr val="112E4D"/>
                </a:solidFill>
              </a:defRPr>
            </a:lvl5pPr>
            <a:lvl6pPr algn="l">
              <a:defRPr sz="1875" b="1">
                <a:solidFill>
                  <a:srgbClr val="112E4D"/>
                </a:solidFill>
              </a:defRPr>
            </a:lvl6pPr>
            <a:lvl7pPr algn="l">
              <a:defRPr sz="1875" b="1">
                <a:solidFill>
                  <a:srgbClr val="112E4D"/>
                </a:solidFill>
              </a:defRPr>
            </a:lvl7pPr>
            <a:lvl8pPr algn="l">
              <a:defRPr sz="1875" b="1">
                <a:solidFill>
                  <a:srgbClr val="112E4D"/>
                </a:solidFill>
              </a:defRPr>
            </a:lvl8pPr>
            <a:lvl9pPr algn="l">
              <a:defRPr sz="1875" b="1">
                <a:solidFill>
                  <a:srgbClr val="112E4D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12E4D"/>
                </a:solidFill>
              </a:defRPr>
            </a:pPr>
            <a:r>
              <a:rPr sz="1875" b="1">
                <a:solidFill>
                  <a:srgbClr val="112E4D"/>
                </a:solidFill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5176141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2026-10-28T18:26:29.2860000Z</dcterms:created>
  <dcterms:modified xsi:type="dcterms:W3CDTF">2026-10-28T18:26:29.2860000Z</dcterms:modified>
</coreProperties>
</file>